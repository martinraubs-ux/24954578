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6" r:id="rId5"/>
    <p:sldId id="258" r:id="rId6"/>
    <p:sldId id="259" r:id="rId7"/>
    <p:sldId id="278" r:id="rId8"/>
    <p:sldId id="279" r:id="rId9"/>
    <p:sldId id="280" r:id="rId10"/>
    <p:sldId id="281" r:id="rId11"/>
    <p:sldId id="274"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6CB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1177ED-783B-E43F-AAFE-E64307B72C41}" v="88" dt="2026-06-18T21:44:39.722"/>
    <p1510:client id="{61EEF8CC-D972-1D0F-87DC-CEA34117EDAF}" v="187" dt="2026-06-19T01:40:16.533"/>
  </p1510:revLst>
</p1510:revInfo>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86432" autoAdjust="0"/>
  </p:normalViewPr>
  <p:slideViewPr>
    <p:cSldViewPr snapToGrid="0">
      <p:cViewPr>
        <p:scale>
          <a:sx n="100" d="100"/>
          <a:sy n="100" d="100"/>
        </p:scale>
        <p:origin x="-1157" y="-63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A7818-9FD1-4A4A-BBB8-A8F7A885158A}" type="datetimeFigureOut">
              <a:rPr lang="en-US" smtClean="0"/>
              <a:t>6/18/2026</a:t>
            </a:fld>
            <a:endParaRPr lang="en-US" dirty="0"/>
          </a:p>
        </p:txBody>
      </p:sp>
      <p:sp>
        <p:nvSpPr>
          <p:cNvPr id="4" name="Footer Placeholder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B95B5C-AE81-486B-8299-C690ADF087B7}" type="slidenum">
              <a:rPr lang="en-US" smtClean="0"/>
              <a:t>‹#›</a:t>
            </a:fld>
            <a:endParaRPr lang="en-US" dirty="0"/>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68347-4327-4298-850E-31E39F309FB1}" type="datetimeFigureOut">
              <a:rPr lang="en-US" smtClean="0"/>
              <a:t>6/18/2026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D2F8-28A7-48E8-ADD3-E9583D47D83D}" type="slidenum">
              <a:rPr lang="en-US" smtClean="0"/>
              <a:t>‹#›</a:t>
            </a:fld>
            <a:endParaRPr lang="en-US" dirty="0"/>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22D2F8-28A7-48E8-ADD3-E9583D47D83D}" type="slidenum">
              <a:rPr lang="en-US" smtClean="0"/>
              <a:t>2</a:t>
            </a:fld>
            <a:endParaRPr lang="en-US" dirty="0"/>
          </a:p>
        </p:txBody>
      </p:sp>
    </p:spTree>
    <p:extLst>
      <p:ext uri="{BB962C8B-B14F-4D97-AF65-F5344CB8AC3E}">
        <p14:creationId xmlns:p14="http://schemas.microsoft.com/office/powerpoint/2010/main" val="184958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graphs tells us two different stories.</a:t>
            </a:r>
          </a:p>
          <a:p>
            <a:r>
              <a:rPr lang="en-US" dirty="0"/>
              <a:t>1. That home owners tend to have lower default rates than non-homers.</a:t>
            </a:r>
            <a:endParaRPr lang="en-US" dirty="0">
              <a:ea typeface="Calibri"/>
              <a:cs typeface="Calibri"/>
            </a:endParaRPr>
          </a:p>
          <a:p>
            <a:r>
              <a:rPr lang="en-US" dirty="0"/>
              <a:t>2. This gap actually increases as people have been longer employed.</a:t>
            </a:r>
            <a:endParaRPr lang="en-US" dirty="0">
              <a:ea typeface="Calibri"/>
              <a:cs typeface="Calibri"/>
            </a:endParaRPr>
          </a:p>
          <a:p>
            <a:r>
              <a:rPr lang="en-US"/>
              <a:t>The lowest default rate seems to be people who have been employed between 6 and 8 years and owns a home.</a:t>
            </a:r>
          </a:p>
        </p:txBody>
      </p:sp>
      <p:sp>
        <p:nvSpPr>
          <p:cNvPr id="4" name="Slide Number Placeholder 3"/>
          <p:cNvSpPr>
            <a:spLocks noGrp="1"/>
          </p:cNvSpPr>
          <p:nvPr>
            <p:ph type="sldNum" sz="quarter" idx="5"/>
          </p:nvPr>
        </p:nvSpPr>
        <p:spPr/>
        <p:txBody>
          <a:bodyPr/>
          <a:lstStyle/>
          <a:p>
            <a:fld id="{6922D2F8-28A7-48E8-ADD3-E9583D47D83D}" type="slidenum">
              <a:rPr lang="en-US" smtClean="0"/>
              <a:t>3</a:t>
            </a:fld>
            <a:endParaRPr lang="en-US" dirty="0"/>
          </a:p>
        </p:txBody>
      </p:sp>
    </p:spTree>
    <p:extLst>
      <p:ext uri="{BB962C8B-B14F-4D97-AF65-F5344CB8AC3E}">
        <p14:creationId xmlns:p14="http://schemas.microsoft.com/office/powerpoint/2010/main" val="2726268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map we can clearly see that the states with the highest default rates are grouped together down South. While generally the North-West has less defaults with "" having the lowest default rate. Very interestingly DTI levels does not seem to have to great of an impact on defaults. Louisiana has a default rate is higher by 10 percentage points than West-Virginia, but West-Virginia has a higher DTI. So at least on the National level there is no hard level DTI caps, if so there would be no country roads taking you home to the place you belong. Texas is also one of the states with a higher default rate and DTI.</a:t>
            </a:r>
          </a:p>
        </p:txBody>
      </p:sp>
      <p:sp>
        <p:nvSpPr>
          <p:cNvPr id="4" name="Slide Number Placeholder 3"/>
          <p:cNvSpPr>
            <a:spLocks noGrp="1"/>
          </p:cNvSpPr>
          <p:nvPr>
            <p:ph type="sldNum" sz="quarter" idx="5"/>
          </p:nvPr>
        </p:nvSpPr>
        <p:spPr/>
        <p:txBody>
          <a:bodyPr/>
          <a:lstStyle/>
          <a:p>
            <a:fld id="{6922D2F8-28A7-48E8-ADD3-E9583D47D83D}" type="slidenum">
              <a:rPr lang="en-US" smtClean="0"/>
              <a:t>4</a:t>
            </a:fld>
            <a:endParaRPr lang="en-US" dirty="0"/>
          </a:p>
        </p:txBody>
      </p:sp>
    </p:spTree>
    <p:extLst>
      <p:ext uri="{BB962C8B-B14F-4D97-AF65-F5344CB8AC3E}">
        <p14:creationId xmlns:p14="http://schemas.microsoft.com/office/powerpoint/2010/main" val="782952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would expect we see clearly the risk reward trade off (interest rate higher and defaults as grades are worse). We see no difference really in the interest rates between young people and older people (based on our proxy, which is total accounts less than 10 and employment years less than 5). Default rate is just the percentage of people that defaulted. </a:t>
            </a:r>
            <a:r>
              <a:rPr lang="en-US" dirty="0" err="1"/>
              <a:t>Suprisingly</a:t>
            </a:r>
            <a:r>
              <a:rPr lang="en-US" dirty="0"/>
              <a:t> for every grade level we see older people defaulting more than young people.</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922D2F8-28A7-48E8-ADD3-E9583D47D83D}" type="slidenum">
              <a:rPr lang="en-US" smtClean="0"/>
              <a:t>5</a:t>
            </a:fld>
            <a:endParaRPr lang="en-US" dirty="0"/>
          </a:p>
        </p:txBody>
      </p:sp>
    </p:spTree>
    <p:extLst>
      <p:ext uri="{BB962C8B-B14F-4D97-AF65-F5344CB8AC3E}">
        <p14:creationId xmlns:p14="http://schemas.microsoft.com/office/powerpoint/2010/main" val="1054931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distribution of defaulted loans (red) is visibly shifted to the right compared to fully paid loans (grey). This visually confirms that as interest rates increase, the relative density of defaults rises significantly. The vast majority of successfully "Fully Paid" loans are tightly clustered in the lower pricing tiers, specifically below the 15% interest rate </a:t>
            </a:r>
            <a:r>
              <a:rPr lang="en-US" dirty="0" err="1"/>
              <a:t>mark.Beyond</a:t>
            </a:r>
            <a:r>
              <a:rPr lang="en-US" dirty="0"/>
              <a:t> 15%, the density of successful loans drops off sharply, while the volume of defaults remains elevated, creating a thick "tail" extending past 20%. High pricing captures higher-risk borrowers, but it does not prevent failure.</a:t>
            </a:r>
          </a:p>
        </p:txBody>
      </p:sp>
      <p:sp>
        <p:nvSpPr>
          <p:cNvPr id="4" name="Slide Number Placeholder 3"/>
          <p:cNvSpPr>
            <a:spLocks noGrp="1"/>
          </p:cNvSpPr>
          <p:nvPr>
            <p:ph type="sldNum" sz="quarter" idx="5"/>
          </p:nvPr>
        </p:nvSpPr>
        <p:spPr/>
        <p:txBody>
          <a:bodyPr/>
          <a:lstStyle/>
          <a:p>
            <a:fld id="{6922D2F8-28A7-48E8-ADD3-E9583D47D83D}" type="slidenum">
              <a:rPr lang="en-US" smtClean="0"/>
              <a:t>6</a:t>
            </a:fld>
            <a:endParaRPr lang="en-US" dirty="0"/>
          </a:p>
        </p:txBody>
      </p:sp>
    </p:spTree>
    <p:extLst>
      <p:ext uri="{BB962C8B-B14F-4D97-AF65-F5344CB8AC3E}">
        <p14:creationId xmlns:p14="http://schemas.microsoft.com/office/powerpoint/2010/main" val="1588393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Within each individual DTI tier, "Senior/Management" borrowers receive only a very slight discount on their median interest rate compared to "Other/Non-Senior" borrowers. The interquartile ranges (the boxes) are almost identical. The median interest rate visibly shifts upward as the Debt-to-Income (DTI) ratio increases. Borrowers in the "Very High DTI" bucket face noticeably higher baseline pricing than those in the "Low DTI" bucket.</a:t>
            </a:r>
          </a:p>
        </p:txBody>
      </p:sp>
      <p:sp>
        <p:nvSpPr>
          <p:cNvPr id="4" name="Slide Number Placeholder 3"/>
          <p:cNvSpPr>
            <a:spLocks noGrp="1"/>
          </p:cNvSpPr>
          <p:nvPr>
            <p:ph type="sldNum" sz="quarter" idx="5"/>
          </p:nvPr>
        </p:nvSpPr>
        <p:spPr/>
        <p:txBody>
          <a:bodyPr/>
          <a:lstStyle/>
          <a:p>
            <a:fld id="{6922D2F8-28A7-48E8-ADD3-E9583D47D83D}" type="slidenum">
              <a:rPr lang="en-US" smtClean="0"/>
              <a:t>7</a:t>
            </a:fld>
            <a:endParaRPr lang="en-US" dirty="0"/>
          </a:p>
        </p:txBody>
      </p:sp>
    </p:spTree>
    <p:extLst>
      <p:ext uri="{BB962C8B-B14F-4D97-AF65-F5344CB8AC3E}">
        <p14:creationId xmlns:p14="http://schemas.microsoft.com/office/powerpoint/2010/main" val="27190963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7F6B47B-FE57-44F5-B5A8-26DF978AB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F9444BC-BA6E-47AE-9F54-D7B7A498323F}"/>
              </a:ext>
            </a:extLst>
          </p:cNvPr>
          <p:cNvSpPr>
            <a:spLocks noGrp="1"/>
          </p:cNvSpPr>
          <p:nvPr>
            <p:ph type="title" hasCustomPrompt="1"/>
          </p:nvPr>
        </p:nvSpPr>
        <p:spPr>
          <a:xfrm>
            <a:off x="825674" y="1327759"/>
            <a:ext cx="4989628" cy="1929505"/>
          </a:xfrm>
          <a:prstGeom prst="rect">
            <a:avLst/>
          </a:prstGeom>
        </p:spPr>
        <p:txBody>
          <a:bodyPr anchor="b"/>
          <a:lstStyle>
            <a:lvl1pPr>
              <a:defRPr sz="4800" cap="all" spc="400" baseline="0">
                <a:solidFill>
                  <a:schemeClr val="accent6"/>
                </a:solidFill>
              </a:defRPr>
            </a:lvl1pPr>
          </a:lstStyle>
          <a:p>
            <a:r>
              <a:rPr lang="en-US" dirty="0"/>
              <a:t>Click to add title</a:t>
            </a:r>
          </a:p>
        </p:txBody>
      </p:sp>
      <p:sp>
        <p:nvSpPr>
          <p:cNvPr id="14" name="Text Placeholder 13">
            <a:extLst>
              <a:ext uri="{FF2B5EF4-FFF2-40B4-BE49-F238E27FC236}">
                <a16:creationId xmlns:a16="http://schemas.microsoft.com/office/drawing/2014/main" id="{36ACD8B9-402D-4E40-BE1F-410604448141}"/>
              </a:ext>
            </a:extLst>
          </p:cNvPr>
          <p:cNvSpPr>
            <a:spLocks noGrp="1"/>
          </p:cNvSpPr>
          <p:nvPr>
            <p:ph type="body" sz="quarter" idx="12" hasCustomPrompt="1"/>
          </p:nvPr>
        </p:nvSpPr>
        <p:spPr>
          <a:xfrm>
            <a:off x="838934" y="3257264"/>
            <a:ext cx="4989628" cy="816022"/>
          </a:xfrm>
          <a:prstGeom prst="rect">
            <a:avLst/>
          </a:prstGeom>
        </p:spPr>
        <p:txBody>
          <a:bodyPr>
            <a:normAutofit/>
          </a:bodyPr>
          <a:lstStyle>
            <a:lvl1pPr marL="0" indent="0" algn="l">
              <a:buNone/>
              <a:defRPr sz="1800" i="0">
                <a:solidFill>
                  <a:schemeClr val="bg1"/>
                </a:solidFill>
              </a:defRPr>
            </a:lvl1pPr>
          </a:lstStyle>
          <a:p>
            <a:pPr lvl="0"/>
            <a:r>
              <a:rPr lang="en-US" dirty="0"/>
              <a:t>Click to add subtitle</a:t>
            </a:r>
          </a:p>
        </p:txBody>
      </p:sp>
    </p:spTree>
    <p:extLst>
      <p:ext uri="{BB962C8B-B14F-4D97-AF65-F5344CB8AC3E}">
        <p14:creationId xmlns:p14="http://schemas.microsoft.com/office/powerpoint/2010/main" val="340803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65AAE033-7EA4-4A87-A126-29FE42764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1" name="Oval 30">
            <a:extLst>
              <a:ext uri="{FF2B5EF4-FFF2-40B4-BE49-F238E27FC236}">
                <a16:creationId xmlns:a16="http://schemas.microsoft.com/office/drawing/2014/main" id="{A5F6FE17-A48F-4A3E-8719-1DE83CD6B4C5}"/>
              </a:ext>
              <a:ext uri="{C183D7F6-B498-43B3-948B-1728B52AA6E4}">
                <adec:decorative xmlns:adec="http://schemas.microsoft.com/office/drawing/2017/decorative" val="1"/>
              </a:ext>
            </a:extLst>
          </p:cNvPr>
          <p:cNvSpPr/>
          <p:nvPr userDrawn="1"/>
        </p:nvSpPr>
        <p:spPr>
          <a:xfrm>
            <a:off x="7462048" y="1199853"/>
            <a:ext cx="3929901" cy="392990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73882-4B79-419D-89EE-4B7CED18D9E2}"/>
              </a:ext>
            </a:extLst>
          </p:cNvPr>
          <p:cNvSpPr>
            <a:spLocks noGrp="1"/>
          </p:cNvSpPr>
          <p:nvPr>
            <p:ph type="title" hasCustomPrompt="1"/>
          </p:nvPr>
        </p:nvSpPr>
        <p:spPr>
          <a:xfrm>
            <a:off x="1021623" y="2210810"/>
            <a:ext cx="4579970" cy="538038"/>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26" name="Text Placeholder 25">
            <a:extLst>
              <a:ext uri="{FF2B5EF4-FFF2-40B4-BE49-F238E27FC236}">
                <a16:creationId xmlns:a16="http://schemas.microsoft.com/office/drawing/2014/main" id="{EF50E1F4-245D-4104-AFDB-25D35D7C5C07}"/>
              </a:ext>
            </a:extLst>
          </p:cNvPr>
          <p:cNvSpPr>
            <a:spLocks noGrp="1"/>
          </p:cNvSpPr>
          <p:nvPr>
            <p:ph type="body" sz="quarter" idx="12" hasCustomPrompt="1"/>
          </p:nvPr>
        </p:nvSpPr>
        <p:spPr>
          <a:xfrm>
            <a:off x="1034661" y="2747550"/>
            <a:ext cx="5309918" cy="2872039"/>
          </a:xfrm>
          <a:prstGeom prst="rect">
            <a:avLst/>
          </a:prstGeom>
        </p:spPr>
        <p:txBody>
          <a:bodyPr/>
          <a:lstStyle>
            <a:lvl1pPr marL="0" indent="0" algn="l">
              <a:lnSpc>
                <a:spcPct val="150000"/>
              </a:lnSpc>
              <a:spcBef>
                <a:spcPts val="0"/>
              </a:spcBef>
              <a:buNone/>
              <a:defRPr sz="1600">
                <a:solidFill>
                  <a:schemeClr val="bg1"/>
                </a:solidFill>
              </a:defRPr>
            </a:lvl1pPr>
          </a:lstStyle>
          <a:p>
            <a:pPr lvl="0"/>
            <a:r>
              <a:rPr lang="en-US" dirty="0"/>
              <a:t>Click to add text</a:t>
            </a:r>
          </a:p>
        </p:txBody>
      </p:sp>
      <p:sp>
        <p:nvSpPr>
          <p:cNvPr id="30" name="Picture Placeholder 29">
            <a:extLst>
              <a:ext uri="{FF2B5EF4-FFF2-40B4-BE49-F238E27FC236}">
                <a16:creationId xmlns:a16="http://schemas.microsoft.com/office/drawing/2014/main" id="{73A2FF74-415E-49BB-B2ED-E04C7B50BDE2}"/>
              </a:ext>
            </a:extLst>
          </p:cNvPr>
          <p:cNvSpPr>
            <a:spLocks noGrp="1"/>
          </p:cNvSpPr>
          <p:nvPr>
            <p:ph type="pic" sz="quarter" idx="13" hasCustomPrompt="1"/>
          </p:nvPr>
        </p:nvSpPr>
        <p:spPr>
          <a:xfrm>
            <a:off x="7663453" y="1433033"/>
            <a:ext cx="3527091" cy="3463540"/>
          </a:xfrm>
          <a:prstGeom prst="ellipse">
            <a:avLst/>
          </a:prstGeom>
        </p:spPr>
        <p:txBody>
          <a:bodyPr/>
          <a:lstStyle>
            <a:lvl1pPr marL="0" indent="0" algn="ctr">
              <a:buFont typeface="+mj-lt"/>
              <a:buNone/>
              <a:defRPr>
                <a:solidFill>
                  <a:schemeClr val="bg1"/>
                </a:solidFill>
              </a:defRPr>
            </a:lvl1pPr>
          </a:lstStyle>
          <a:p>
            <a:r>
              <a:rPr lang="en-US" dirty="0"/>
              <a:t>Click to add photo</a:t>
            </a:r>
          </a:p>
        </p:txBody>
      </p:sp>
      <p:sp>
        <p:nvSpPr>
          <p:cNvPr id="20" name="Footer Placeholder 15">
            <a:extLst>
              <a:ext uri="{FF2B5EF4-FFF2-40B4-BE49-F238E27FC236}">
                <a16:creationId xmlns:a16="http://schemas.microsoft.com/office/drawing/2014/main" id="{1847553A-14C8-45EB-88C7-05CE63B7E34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E7FABA93-7D08-4CFE-B3A8-D44B1A0F365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FBD26C03-0B97-464A-A39C-A1F339DBAC8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26092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C80EFA4-265B-48D2-AE72-8585EEED648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C648289-A550-4F4F-96C8-3D82FCE94245}"/>
              </a:ext>
            </a:extLst>
          </p:cNvPr>
          <p:cNvSpPr>
            <a:spLocks noGrp="1"/>
          </p:cNvSpPr>
          <p:nvPr>
            <p:ph type="title" hasCustomPrompt="1"/>
          </p:nvPr>
        </p:nvSpPr>
        <p:spPr>
          <a:xfrm>
            <a:off x="4187069" y="695093"/>
            <a:ext cx="4919354" cy="66749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33EEFC4F-DE64-450E-9DD5-65D08E123C22}"/>
              </a:ext>
            </a:extLst>
          </p:cNvPr>
          <p:cNvSpPr>
            <a:spLocks noGrp="1"/>
          </p:cNvSpPr>
          <p:nvPr>
            <p:ph type="body" sz="quarter" idx="22" hasCustomPrompt="1"/>
          </p:nvPr>
        </p:nvSpPr>
        <p:spPr>
          <a:xfrm>
            <a:off x="4199594" y="1873815"/>
            <a:ext cx="2556579"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8" name="Text Placeholder 14">
            <a:extLst>
              <a:ext uri="{FF2B5EF4-FFF2-40B4-BE49-F238E27FC236}">
                <a16:creationId xmlns:a16="http://schemas.microsoft.com/office/drawing/2014/main" id="{38C58F5B-7BA2-42E8-B66A-4561678ADDC4}"/>
              </a:ext>
            </a:extLst>
          </p:cNvPr>
          <p:cNvSpPr>
            <a:spLocks noGrp="1"/>
          </p:cNvSpPr>
          <p:nvPr>
            <p:ph type="body" sz="quarter" idx="15" hasCustomPrompt="1"/>
          </p:nvPr>
        </p:nvSpPr>
        <p:spPr>
          <a:xfrm>
            <a:off x="4199595" y="2178444"/>
            <a:ext cx="2556579"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5" name="Text Placeholder 14">
            <a:extLst>
              <a:ext uri="{FF2B5EF4-FFF2-40B4-BE49-F238E27FC236}">
                <a16:creationId xmlns:a16="http://schemas.microsoft.com/office/drawing/2014/main" id="{66743AAE-DD8A-4954-B033-100DF6D97554}"/>
              </a:ext>
            </a:extLst>
          </p:cNvPr>
          <p:cNvSpPr>
            <a:spLocks noGrp="1"/>
          </p:cNvSpPr>
          <p:nvPr>
            <p:ph type="body" sz="quarter" idx="12" hasCustomPrompt="1"/>
          </p:nvPr>
        </p:nvSpPr>
        <p:spPr>
          <a:xfrm>
            <a:off x="7538997" y="1873815"/>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6" name="Text Placeholder 14">
            <a:extLst>
              <a:ext uri="{FF2B5EF4-FFF2-40B4-BE49-F238E27FC236}">
                <a16:creationId xmlns:a16="http://schemas.microsoft.com/office/drawing/2014/main" id="{B7B5D3C5-66A2-486B-9B1D-A7075D150C27}"/>
              </a:ext>
            </a:extLst>
          </p:cNvPr>
          <p:cNvSpPr>
            <a:spLocks noGrp="1"/>
          </p:cNvSpPr>
          <p:nvPr>
            <p:ph type="body" sz="quarter" idx="13" hasCustomPrompt="1"/>
          </p:nvPr>
        </p:nvSpPr>
        <p:spPr>
          <a:xfrm>
            <a:off x="7538997" y="2178444"/>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0" name="Text Placeholder 14">
            <a:extLst>
              <a:ext uri="{FF2B5EF4-FFF2-40B4-BE49-F238E27FC236}">
                <a16:creationId xmlns:a16="http://schemas.microsoft.com/office/drawing/2014/main" id="{AD063EDB-47FD-44F8-9344-12CBC2AE0B77}"/>
              </a:ext>
            </a:extLst>
          </p:cNvPr>
          <p:cNvSpPr>
            <a:spLocks noGrp="1"/>
          </p:cNvSpPr>
          <p:nvPr>
            <p:ph type="body" sz="quarter" idx="24" hasCustomPrompt="1"/>
          </p:nvPr>
        </p:nvSpPr>
        <p:spPr>
          <a:xfrm>
            <a:off x="4199595" y="4071261"/>
            <a:ext cx="2556577"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2" name="Text Placeholder 14">
            <a:extLst>
              <a:ext uri="{FF2B5EF4-FFF2-40B4-BE49-F238E27FC236}">
                <a16:creationId xmlns:a16="http://schemas.microsoft.com/office/drawing/2014/main" id="{94586DE3-CDE9-4337-A49D-C1031595E36F}"/>
              </a:ext>
            </a:extLst>
          </p:cNvPr>
          <p:cNvSpPr>
            <a:spLocks noGrp="1"/>
          </p:cNvSpPr>
          <p:nvPr>
            <p:ph type="body" sz="quarter" idx="19" hasCustomPrompt="1"/>
          </p:nvPr>
        </p:nvSpPr>
        <p:spPr>
          <a:xfrm>
            <a:off x="4199596" y="4383943"/>
            <a:ext cx="2556577"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9" name="Text Placeholder 14">
            <a:extLst>
              <a:ext uri="{FF2B5EF4-FFF2-40B4-BE49-F238E27FC236}">
                <a16:creationId xmlns:a16="http://schemas.microsoft.com/office/drawing/2014/main" id="{64F0745D-06FC-4840-B9DF-3176DEDA6F67}"/>
              </a:ext>
            </a:extLst>
          </p:cNvPr>
          <p:cNvSpPr>
            <a:spLocks noGrp="1"/>
          </p:cNvSpPr>
          <p:nvPr>
            <p:ph type="body" sz="quarter" idx="23" hasCustomPrompt="1"/>
          </p:nvPr>
        </p:nvSpPr>
        <p:spPr>
          <a:xfrm>
            <a:off x="7538997" y="4071261"/>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0" name="Text Placeholder 14">
            <a:extLst>
              <a:ext uri="{FF2B5EF4-FFF2-40B4-BE49-F238E27FC236}">
                <a16:creationId xmlns:a16="http://schemas.microsoft.com/office/drawing/2014/main" id="{F29A1EC1-1F01-46ED-BF67-15FE9E12068C}"/>
              </a:ext>
            </a:extLst>
          </p:cNvPr>
          <p:cNvSpPr>
            <a:spLocks noGrp="1"/>
          </p:cNvSpPr>
          <p:nvPr>
            <p:ph type="body" sz="quarter" idx="17" hasCustomPrompt="1"/>
          </p:nvPr>
        </p:nvSpPr>
        <p:spPr>
          <a:xfrm>
            <a:off x="7538997" y="4375890"/>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41" name="Footer Placeholder 15">
            <a:extLst>
              <a:ext uri="{FF2B5EF4-FFF2-40B4-BE49-F238E27FC236}">
                <a16:creationId xmlns:a16="http://schemas.microsoft.com/office/drawing/2014/main" id="{B2A74AF7-DFFE-4795-8CF0-8C90F6C3E5D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2" name="Slide Number Placeholder 16">
            <a:extLst>
              <a:ext uri="{FF2B5EF4-FFF2-40B4-BE49-F238E27FC236}">
                <a16:creationId xmlns:a16="http://schemas.microsoft.com/office/drawing/2014/main" id="{13F4D90B-645E-4CFF-8AA0-91C269845FB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3" name="Date Placeholder 14">
            <a:extLst>
              <a:ext uri="{FF2B5EF4-FFF2-40B4-BE49-F238E27FC236}">
                <a16:creationId xmlns:a16="http://schemas.microsoft.com/office/drawing/2014/main" id="{21EA3114-5B31-47ED-9AB6-EE59E580379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0741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6D81B66-9FC1-4E48-808B-98B1726D470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11" name="Title 10">
            <a:extLst>
              <a:ext uri="{FF2B5EF4-FFF2-40B4-BE49-F238E27FC236}">
                <a16:creationId xmlns:a16="http://schemas.microsoft.com/office/drawing/2014/main" id="{747F51C0-908A-420C-B5BC-5685D0E95231}"/>
              </a:ext>
            </a:extLst>
          </p:cNvPr>
          <p:cNvSpPr>
            <a:spLocks noGrp="1"/>
          </p:cNvSpPr>
          <p:nvPr>
            <p:ph type="title" hasCustomPrompt="1"/>
          </p:nvPr>
        </p:nvSpPr>
        <p:spPr>
          <a:xfrm>
            <a:off x="3509716" y="1823625"/>
            <a:ext cx="4719884" cy="58003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4F835D01-B0D4-49D8-B947-C2062305C5C5}"/>
              </a:ext>
            </a:extLst>
          </p:cNvPr>
          <p:cNvSpPr>
            <a:spLocks noGrp="1"/>
          </p:cNvSpPr>
          <p:nvPr>
            <p:ph type="body" sz="quarter" idx="12" hasCustomPrompt="1"/>
          </p:nvPr>
        </p:nvSpPr>
        <p:spPr>
          <a:xfrm>
            <a:off x="379005" y="4230943"/>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7" name="Text Placeholder 14">
            <a:extLst>
              <a:ext uri="{FF2B5EF4-FFF2-40B4-BE49-F238E27FC236}">
                <a16:creationId xmlns:a16="http://schemas.microsoft.com/office/drawing/2014/main" id="{0B4ACDBA-7606-44B8-B1E1-C4750F89525F}"/>
              </a:ext>
            </a:extLst>
          </p:cNvPr>
          <p:cNvSpPr>
            <a:spLocks noGrp="1"/>
          </p:cNvSpPr>
          <p:nvPr>
            <p:ph type="body" sz="quarter" idx="13" hasCustomPrompt="1"/>
          </p:nvPr>
        </p:nvSpPr>
        <p:spPr>
          <a:xfrm>
            <a:off x="379005" y="4546458"/>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2" name="Text Placeholder 14">
            <a:extLst>
              <a:ext uri="{FF2B5EF4-FFF2-40B4-BE49-F238E27FC236}">
                <a16:creationId xmlns:a16="http://schemas.microsoft.com/office/drawing/2014/main" id="{D24600D7-8A94-406B-9274-351140BE27DC}"/>
              </a:ext>
            </a:extLst>
          </p:cNvPr>
          <p:cNvSpPr>
            <a:spLocks noGrp="1"/>
          </p:cNvSpPr>
          <p:nvPr>
            <p:ph type="body" sz="quarter" idx="22" hasCustomPrompt="1"/>
          </p:nvPr>
        </p:nvSpPr>
        <p:spPr>
          <a:xfrm>
            <a:off x="3237502" y="4234631"/>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8" name="Text Placeholder 14">
            <a:extLst>
              <a:ext uri="{FF2B5EF4-FFF2-40B4-BE49-F238E27FC236}">
                <a16:creationId xmlns:a16="http://schemas.microsoft.com/office/drawing/2014/main" id="{5FE6844F-9BC3-4E56-82B1-0B53BE292BA0}"/>
              </a:ext>
            </a:extLst>
          </p:cNvPr>
          <p:cNvSpPr>
            <a:spLocks noGrp="1"/>
          </p:cNvSpPr>
          <p:nvPr>
            <p:ph type="body" sz="quarter" idx="15" hasCustomPrompt="1"/>
          </p:nvPr>
        </p:nvSpPr>
        <p:spPr>
          <a:xfrm>
            <a:off x="3237503" y="4550146"/>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3" name="Text Placeholder 14">
            <a:extLst>
              <a:ext uri="{FF2B5EF4-FFF2-40B4-BE49-F238E27FC236}">
                <a16:creationId xmlns:a16="http://schemas.microsoft.com/office/drawing/2014/main" id="{105C7AE2-E0F2-4EA9-B804-774B125FB0DF}"/>
              </a:ext>
            </a:extLst>
          </p:cNvPr>
          <p:cNvSpPr>
            <a:spLocks noGrp="1"/>
          </p:cNvSpPr>
          <p:nvPr>
            <p:ph type="body" sz="quarter" idx="23" hasCustomPrompt="1"/>
          </p:nvPr>
        </p:nvSpPr>
        <p:spPr>
          <a:xfrm>
            <a:off x="6096000"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9" name="Text Placeholder 14">
            <a:extLst>
              <a:ext uri="{FF2B5EF4-FFF2-40B4-BE49-F238E27FC236}">
                <a16:creationId xmlns:a16="http://schemas.microsoft.com/office/drawing/2014/main" id="{4B70930A-D98B-43B3-BC32-B48D9D7F06B3}"/>
              </a:ext>
            </a:extLst>
          </p:cNvPr>
          <p:cNvSpPr>
            <a:spLocks noGrp="1"/>
          </p:cNvSpPr>
          <p:nvPr>
            <p:ph type="body" sz="quarter" idx="17" hasCustomPrompt="1"/>
          </p:nvPr>
        </p:nvSpPr>
        <p:spPr>
          <a:xfrm>
            <a:off x="6096000"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4" name="Text Placeholder 14">
            <a:extLst>
              <a:ext uri="{FF2B5EF4-FFF2-40B4-BE49-F238E27FC236}">
                <a16:creationId xmlns:a16="http://schemas.microsoft.com/office/drawing/2014/main" id="{500DE4BC-2A21-4C62-8F5C-AFE1D0AEDFBE}"/>
              </a:ext>
            </a:extLst>
          </p:cNvPr>
          <p:cNvSpPr>
            <a:spLocks noGrp="1"/>
          </p:cNvSpPr>
          <p:nvPr>
            <p:ph type="body" sz="quarter" idx="24" hasCustomPrompt="1"/>
          </p:nvPr>
        </p:nvSpPr>
        <p:spPr>
          <a:xfrm>
            <a:off x="8946967"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30" name="Text Placeholder 14">
            <a:extLst>
              <a:ext uri="{FF2B5EF4-FFF2-40B4-BE49-F238E27FC236}">
                <a16:creationId xmlns:a16="http://schemas.microsoft.com/office/drawing/2014/main" id="{0EEFD44C-4B64-4246-BC04-76812ED5E09E}"/>
              </a:ext>
            </a:extLst>
          </p:cNvPr>
          <p:cNvSpPr>
            <a:spLocks noGrp="1"/>
          </p:cNvSpPr>
          <p:nvPr>
            <p:ph type="body" sz="quarter" idx="19" hasCustomPrompt="1"/>
          </p:nvPr>
        </p:nvSpPr>
        <p:spPr>
          <a:xfrm>
            <a:off x="8946967"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AB492A3E-766F-42FE-A5F7-88807B59594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84AE79C-95F2-4A84-B62A-95B076FB0218}"/>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1C2E5CE3-E252-4255-BF5E-8B4F1F3A163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
        <p:nvSpPr>
          <p:cNvPr id="14" name="Picture Placeholder 13">
            <a:extLst>
              <a:ext uri="{FF2B5EF4-FFF2-40B4-BE49-F238E27FC236}">
                <a16:creationId xmlns:a16="http://schemas.microsoft.com/office/drawing/2014/main" id="{45E5C588-A831-4EB3-BFDF-78002F7D5507}"/>
              </a:ext>
            </a:extLst>
          </p:cNvPr>
          <p:cNvSpPr>
            <a:spLocks noGrp="1"/>
          </p:cNvSpPr>
          <p:nvPr>
            <p:ph type="pic" sz="quarter" idx="25"/>
          </p:nvPr>
        </p:nvSpPr>
        <p:spPr>
          <a:xfrm>
            <a:off x="1408479" y="3330145"/>
            <a:ext cx="603504" cy="603504"/>
          </a:xfrm>
          <a:prstGeom prst="rect">
            <a:avLst/>
          </a:prstGeom>
        </p:spPr>
        <p:txBody>
          <a:bodyPr/>
          <a:lstStyle>
            <a:lvl1pPr marL="0" indent="0">
              <a:buNone/>
              <a:defRPr sz="1000">
                <a:solidFill>
                  <a:schemeClr val="bg1"/>
                </a:solidFill>
              </a:defRPr>
            </a:lvl1pPr>
          </a:lstStyle>
          <a:p>
            <a:endParaRPr lang="en-US" dirty="0"/>
          </a:p>
        </p:txBody>
      </p:sp>
      <p:sp>
        <p:nvSpPr>
          <p:cNvPr id="36" name="Picture Placeholder 13">
            <a:extLst>
              <a:ext uri="{FF2B5EF4-FFF2-40B4-BE49-F238E27FC236}">
                <a16:creationId xmlns:a16="http://schemas.microsoft.com/office/drawing/2014/main" id="{AD31BE3F-B09E-4BCC-947F-3D4DB153E354}"/>
              </a:ext>
            </a:extLst>
          </p:cNvPr>
          <p:cNvSpPr>
            <a:spLocks noGrp="1"/>
          </p:cNvSpPr>
          <p:nvPr>
            <p:ph type="pic" sz="quarter" idx="26"/>
          </p:nvPr>
        </p:nvSpPr>
        <p:spPr>
          <a:xfrm>
            <a:off x="4266976" y="3330145"/>
            <a:ext cx="603504" cy="603504"/>
          </a:xfrm>
          <a:prstGeom prst="rect">
            <a:avLst/>
          </a:prstGeom>
        </p:spPr>
        <p:txBody>
          <a:bodyPr/>
          <a:lstStyle>
            <a:lvl1pPr marL="0" indent="0">
              <a:buNone/>
              <a:defRPr sz="1000">
                <a:solidFill>
                  <a:schemeClr val="bg1"/>
                </a:solidFill>
              </a:defRPr>
            </a:lvl1pPr>
          </a:lstStyle>
          <a:p>
            <a:endParaRPr lang="en-US" dirty="0"/>
          </a:p>
        </p:txBody>
      </p:sp>
      <p:sp>
        <p:nvSpPr>
          <p:cNvPr id="37" name="Picture Placeholder 13">
            <a:extLst>
              <a:ext uri="{FF2B5EF4-FFF2-40B4-BE49-F238E27FC236}">
                <a16:creationId xmlns:a16="http://schemas.microsoft.com/office/drawing/2014/main" id="{0BF7BBBD-C42C-408E-8F10-7B1BF3C53EF0}"/>
              </a:ext>
            </a:extLst>
          </p:cNvPr>
          <p:cNvSpPr>
            <a:spLocks noGrp="1"/>
          </p:cNvSpPr>
          <p:nvPr>
            <p:ph type="pic" sz="quarter" idx="27"/>
          </p:nvPr>
        </p:nvSpPr>
        <p:spPr>
          <a:xfrm>
            <a:off x="9972085" y="3330145"/>
            <a:ext cx="603504" cy="603504"/>
          </a:xfrm>
          <a:prstGeom prst="rect">
            <a:avLst/>
          </a:prstGeom>
        </p:spPr>
        <p:txBody>
          <a:bodyPr/>
          <a:lstStyle>
            <a:lvl1pPr marL="0" indent="0">
              <a:buNone/>
              <a:defRPr sz="1000">
                <a:solidFill>
                  <a:schemeClr val="bg1"/>
                </a:solidFill>
              </a:defRPr>
            </a:lvl1pPr>
          </a:lstStyle>
          <a:p>
            <a:endParaRPr lang="en-US" dirty="0"/>
          </a:p>
        </p:txBody>
      </p:sp>
      <p:sp>
        <p:nvSpPr>
          <p:cNvPr id="38" name="Picture Placeholder 13">
            <a:extLst>
              <a:ext uri="{FF2B5EF4-FFF2-40B4-BE49-F238E27FC236}">
                <a16:creationId xmlns:a16="http://schemas.microsoft.com/office/drawing/2014/main" id="{74FF5159-7129-4F52-B5B7-13F2D04EAD34}"/>
              </a:ext>
            </a:extLst>
          </p:cNvPr>
          <p:cNvSpPr>
            <a:spLocks noGrp="1"/>
          </p:cNvSpPr>
          <p:nvPr>
            <p:ph type="pic" sz="quarter" idx="28"/>
          </p:nvPr>
        </p:nvSpPr>
        <p:spPr>
          <a:xfrm>
            <a:off x="7109232" y="3330145"/>
            <a:ext cx="603504" cy="603504"/>
          </a:xfrm>
          <a:prstGeom prst="rect">
            <a:avLst/>
          </a:prstGeom>
        </p:spPr>
        <p:txBody>
          <a:bodyPr/>
          <a:lstStyle>
            <a:lvl1pPr marL="0" indent="0">
              <a:buNone/>
              <a:defRPr sz="1000">
                <a:solidFill>
                  <a:schemeClr val="bg1"/>
                </a:solidFill>
              </a:defRPr>
            </a:lvl1pPr>
          </a:lstStyle>
          <a:p>
            <a:endParaRPr lang="en-US" dirty="0"/>
          </a:p>
        </p:txBody>
      </p:sp>
    </p:spTree>
    <p:extLst>
      <p:ext uri="{BB962C8B-B14F-4D97-AF65-F5344CB8AC3E}">
        <p14:creationId xmlns:p14="http://schemas.microsoft.com/office/powerpoint/2010/main" val="339131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4076C2D-3CFB-4EFB-8012-9F6E653336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D1D3A9EE-57EE-476A-A657-3A4019818918}"/>
              </a:ext>
            </a:extLst>
          </p:cNvPr>
          <p:cNvSpPr>
            <a:spLocks noGrp="1"/>
          </p:cNvSpPr>
          <p:nvPr>
            <p:ph type="title" hasCustomPrompt="1"/>
          </p:nvPr>
        </p:nvSpPr>
        <p:spPr>
          <a:xfrm>
            <a:off x="4196218" y="690802"/>
            <a:ext cx="4936277" cy="575890"/>
          </a:xfrm>
          <a:prstGeom prst="rect">
            <a:avLst/>
          </a:prstGeom>
        </p:spPr>
        <p:txBody>
          <a:bodyPr/>
          <a:lstStyle>
            <a:lvl1pPr algn="l">
              <a:defRPr sz="2800" cap="all" spc="400" baseline="0">
                <a:solidFill>
                  <a:schemeClr val="bg1"/>
                </a:solidFill>
              </a:defRPr>
            </a:lvl1pPr>
          </a:lstStyle>
          <a:p>
            <a:r>
              <a:rPr lang="en-US" dirty="0"/>
              <a:t>Click to add title</a:t>
            </a:r>
          </a:p>
        </p:txBody>
      </p:sp>
      <p:sp>
        <p:nvSpPr>
          <p:cNvPr id="33" name="Text Placeholder 14">
            <a:extLst>
              <a:ext uri="{FF2B5EF4-FFF2-40B4-BE49-F238E27FC236}">
                <a16:creationId xmlns:a16="http://schemas.microsoft.com/office/drawing/2014/main" id="{2A0CB777-EF14-4BA6-A19D-697B165B1D34}"/>
              </a:ext>
            </a:extLst>
          </p:cNvPr>
          <p:cNvSpPr>
            <a:spLocks noGrp="1"/>
          </p:cNvSpPr>
          <p:nvPr>
            <p:ph type="body" sz="quarter" idx="12" hasCustomPrompt="1"/>
          </p:nvPr>
        </p:nvSpPr>
        <p:spPr>
          <a:xfrm>
            <a:off x="419006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32" name="Text Placeholder 14">
            <a:extLst>
              <a:ext uri="{FF2B5EF4-FFF2-40B4-BE49-F238E27FC236}">
                <a16:creationId xmlns:a16="http://schemas.microsoft.com/office/drawing/2014/main" id="{0053894D-FD48-4BB5-84D8-2EE54EC8D700}"/>
              </a:ext>
            </a:extLst>
          </p:cNvPr>
          <p:cNvSpPr>
            <a:spLocks noGrp="1"/>
          </p:cNvSpPr>
          <p:nvPr>
            <p:ph type="body" sz="quarter" idx="13" hasCustomPrompt="1"/>
          </p:nvPr>
        </p:nvSpPr>
        <p:spPr>
          <a:xfrm>
            <a:off x="419006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58" name="Text Placeholder 14">
            <a:extLst>
              <a:ext uri="{FF2B5EF4-FFF2-40B4-BE49-F238E27FC236}">
                <a16:creationId xmlns:a16="http://schemas.microsoft.com/office/drawing/2014/main" id="{32A7FBEC-71F7-4A1F-82A1-C7FBFE05185C}"/>
              </a:ext>
            </a:extLst>
          </p:cNvPr>
          <p:cNvSpPr>
            <a:spLocks noGrp="1"/>
          </p:cNvSpPr>
          <p:nvPr>
            <p:ph type="body" sz="quarter" idx="21" hasCustomPrompt="1"/>
          </p:nvPr>
        </p:nvSpPr>
        <p:spPr>
          <a:xfrm>
            <a:off x="791397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57" name="Text Placeholder 14">
            <a:extLst>
              <a:ext uri="{FF2B5EF4-FFF2-40B4-BE49-F238E27FC236}">
                <a16:creationId xmlns:a16="http://schemas.microsoft.com/office/drawing/2014/main" id="{00EDBC93-E454-47AD-B9C9-E7CCE8DE6B59}"/>
              </a:ext>
            </a:extLst>
          </p:cNvPr>
          <p:cNvSpPr>
            <a:spLocks noGrp="1"/>
          </p:cNvSpPr>
          <p:nvPr>
            <p:ph type="body" sz="quarter" idx="20" hasCustomPrompt="1"/>
          </p:nvPr>
        </p:nvSpPr>
        <p:spPr>
          <a:xfrm>
            <a:off x="791397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4" name="Text Placeholder 14">
            <a:extLst>
              <a:ext uri="{FF2B5EF4-FFF2-40B4-BE49-F238E27FC236}">
                <a16:creationId xmlns:a16="http://schemas.microsoft.com/office/drawing/2014/main" id="{E792D94E-72D4-43F1-8063-14A3F6270A35}"/>
              </a:ext>
            </a:extLst>
          </p:cNvPr>
          <p:cNvSpPr>
            <a:spLocks noGrp="1"/>
          </p:cNvSpPr>
          <p:nvPr>
            <p:ph type="body" sz="quarter" idx="23" hasCustomPrompt="1"/>
          </p:nvPr>
        </p:nvSpPr>
        <p:spPr>
          <a:xfrm>
            <a:off x="4190069" y="504430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3" name="Text Placeholder 14">
            <a:extLst>
              <a:ext uri="{FF2B5EF4-FFF2-40B4-BE49-F238E27FC236}">
                <a16:creationId xmlns:a16="http://schemas.microsoft.com/office/drawing/2014/main" id="{C18EBA8F-5A95-4501-A602-A9889F0CE3A0}"/>
              </a:ext>
            </a:extLst>
          </p:cNvPr>
          <p:cNvSpPr>
            <a:spLocks noGrp="1"/>
          </p:cNvSpPr>
          <p:nvPr>
            <p:ph type="body" sz="quarter" idx="22" hasCustomPrompt="1"/>
          </p:nvPr>
        </p:nvSpPr>
        <p:spPr>
          <a:xfrm>
            <a:off x="4190069" y="533761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AF03D6DF-70BB-4EC0-B7BF-94BB780FDF01}"/>
              </a:ext>
            </a:extLst>
          </p:cNvPr>
          <p:cNvSpPr>
            <a:spLocks noGrp="1"/>
          </p:cNvSpPr>
          <p:nvPr>
            <p:ph type="body" sz="quarter" idx="25" hasCustomPrompt="1"/>
          </p:nvPr>
        </p:nvSpPr>
        <p:spPr>
          <a:xfrm>
            <a:off x="7913980" y="5047681"/>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6" name="Text Placeholder 14">
            <a:extLst>
              <a:ext uri="{FF2B5EF4-FFF2-40B4-BE49-F238E27FC236}">
                <a16:creationId xmlns:a16="http://schemas.microsoft.com/office/drawing/2014/main" id="{A21FAF3A-556C-4A61-B1C4-E6FB98BE40B2}"/>
              </a:ext>
            </a:extLst>
          </p:cNvPr>
          <p:cNvSpPr>
            <a:spLocks noGrp="1"/>
          </p:cNvSpPr>
          <p:nvPr>
            <p:ph type="body" sz="quarter" idx="24" hasCustomPrompt="1"/>
          </p:nvPr>
        </p:nvSpPr>
        <p:spPr>
          <a:xfrm>
            <a:off x="7913980" y="5340990"/>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2" name="Footer Placeholder 15">
            <a:extLst>
              <a:ext uri="{FF2B5EF4-FFF2-40B4-BE49-F238E27FC236}">
                <a16:creationId xmlns:a16="http://schemas.microsoft.com/office/drawing/2014/main" id="{54442D89-5EE7-4BC5-A35D-B0F93DD36269}"/>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3" name="Slide Number Placeholder 16">
            <a:extLst>
              <a:ext uri="{FF2B5EF4-FFF2-40B4-BE49-F238E27FC236}">
                <a16:creationId xmlns:a16="http://schemas.microsoft.com/office/drawing/2014/main" id="{DC13E404-DE29-4300-A8D5-25F34585A49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4" name="Date Placeholder 14">
            <a:extLst>
              <a:ext uri="{FF2B5EF4-FFF2-40B4-BE49-F238E27FC236}">
                <a16:creationId xmlns:a16="http://schemas.microsoft.com/office/drawing/2014/main" id="{1EAC24B5-8E72-46CA-9A6A-4A6D6EA2C064}"/>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
        <p:nvSpPr>
          <p:cNvPr id="5" name="Picture Placeholder 4">
            <a:extLst>
              <a:ext uri="{FF2B5EF4-FFF2-40B4-BE49-F238E27FC236}">
                <a16:creationId xmlns:a16="http://schemas.microsoft.com/office/drawing/2014/main" id="{C1F11D19-3D38-460E-A8AF-F6A30642EC0D}"/>
              </a:ext>
            </a:extLst>
          </p:cNvPr>
          <p:cNvSpPr>
            <a:spLocks noGrp="1"/>
          </p:cNvSpPr>
          <p:nvPr>
            <p:ph type="pic" sz="quarter" idx="26"/>
          </p:nvPr>
        </p:nvSpPr>
        <p:spPr>
          <a:xfrm>
            <a:off x="4190069" y="1818852"/>
            <a:ext cx="603504" cy="603504"/>
          </a:xfrm>
          <a:prstGeom prst="rect">
            <a:avLst/>
          </a:prstGeom>
        </p:spPr>
        <p:txBody>
          <a:bodyPr/>
          <a:lstStyle>
            <a:lvl1pPr marL="0" indent="0">
              <a:buNone/>
              <a:defRPr sz="1050">
                <a:solidFill>
                  <a:schemeClr val="bg1"/>
                </a:solidFill>
              </a:defRPr>
            </a:lvl1pPr>
          </a:lstStyle>
          <a:p>
            <a:endParaRPr lang="en-US" dirty="0"/>
          </a:p>
        </p:txBody>
      </p:sp>
      <p:sp>
        <p:nvSpPr>
          <p:cNvPr id="21" name="Picture Placeholder 4">
            <a:extLst>
              <a:ext uri="{FF2B5EF4-FFF2-40B4-BE49-F238E27FC236}">
                <a16:creationId xmlns:a16="http://schemas.microsoft.com/office/drawing/2014/main" id="{F915DDB2-3A13-4240-8ECB-677499946C14}"/>
              </a:ext>
            </a:extLst>
          </p:cNvPr>
          <p:cNvSpPr>
            <a:spLocks noGrp="1"/>
          </p:cNvSpPr>
          <p:nvPr>
            <p:ph type="pic" sz="quarter" idx="27"/>
          </p:nvPr>
        </p:nvSpPr>
        <p:spPr>
          <a:xfrm>
            <a:off x="7913979" y="1818852"/>
            <a:ext cx="603504" cy="603504"/>
          </a:xfrm>
          <a:prstGeom prst="rect">
            <a:avLst/>
          </a:prstGeom>
        </p:spPr>
        <p:txBody>
          <a:bodyPr/>
          <a:lstStyle>
            <a:lvl1pPr marL="0" indent="0">
              <a:buNone/>
              <a:defRPr sz="1050">
                <a:solidFill>
                  <a:schemeClr val="bg1"/>
                </a:solidFill>
              </a:defRPr>
            </a:lvl1pPr>
          </a:lstStyle>
          <a:p>
            <a:endParaRPr lang="en-US" dirty="0"/>
          </a:p>
        </p:txBody>
      </p:sp>
      <p:sp>
        <p:nvSpPr>
          <p:cNvPr id="25" name="Picture Placeholder 4">
            <a:extLst>
              <a:ext uri="{FF2B5EF4-FFF2-40B4-BE49-F238E27FC236}">
                <a16:creationId xmlns:a16="http://schemas.microsoft.com/office/drawing/2014/main" id="{E9059CA0-144F-4780-BA0D-005B827AAECE}"/>
              </a:ext>
            </a:extLst>
          </p:cNvPr>
          <p:cNvSpPr>
            <a:spLocks noGrp="1"/>
          </p:cNvSpPr>
          <p:nvPr>
            <p:ph type="pic" sz="quarter" idx="28"/>
          </p:nvPr>
        </p:nvSpPr>
        <p:spPr>
          <a:xfrm>
            <a:off x="4190069" y="4281832"/>
            <a:ext cx="603504" cy="603504"/>
          </a:xfrm>
          <a:prstGeom prst="rect">
            <a:avLst/>
          </a:prstGeom>
        </p:spPr>
        <p:txBody>
          <a:bodyPr/>
          <a:lstStyle>
            <a:lvl1pPr marL="0" indent="0">
              <a:buNone/>
              <a:defRPr sz="1050">
                <a:solidFill>
                  <a:schemeClr val="bg1"/>
                </a:solidFill>
              </a:defRPr>
            </a:lvl1pPr>
          </a:lstStyle>
          <a:p>
            <a:endParaRPr lang="en-US" dirty="0"/>
          </a:p>
        </p:txBody>
      </p:sp>
      <p:sp>
        <p:nvSpPr>
          <p:cNvPr id="26" name="Picture Placeholder 4">
            <a:extLst>
              <a:ext uri="{FF2B5EF4-FFF2-40B4-BE49-F238E27FC236}">
                <a16:creationId xmlns:a16="http://schemas.microsoft.com/office/drawing/2014/main" id="{B770164C-988C-4217-B0E9-7D0DC17C8BC6}"/>
              </a:ext>
            </a:extLst>
          </p:cNvPr>
          <p:cNvSpPr>
            <a:spLocks noGrp="1"/>
          </p:cNvSpPr>
          <p:nvPr>
            <p:ph type="pic" sz="quarter" idx="29"/>
          </p:nvPr>
        </p:nvSpPr>
        <p:spPr>
          <a:xfrm>
            <a:off x="7908115" y="4294030"/>
            <a:ext cx="603504" cy="603504"/>
          </a:xfrm>
          <a:prstGeom prst="rect">
            <a:avLst/>
          </a:prstGeom>
        </p:spPr>
        <p:txBody>
          <a:bodyPr/>
          <a:lstStyle>
            <a:lvl1pPr marL="0" indent="0">
              <a:buNone/>
              <a:defRPr sz="1050">
                <a:solidFill>
                  <a:schemeClr val="bg1"/>
                </a:solidFill>
              </a:defRPr>
            </a:lvl1pPr>
          </a:lstStyle>
          <a:p>
            <a:endParaRPr lang="en-US" dirty="0"/>
          </a:p>
        </p:txBody>
      </p:sp>
    </p:spTree>
    <p:extLst>
      <p:ext uri="{BB962C8B-B14F-4D97-AF65-F5344CB8AC3E}">
        <p14:creationId xmlns:p14="http://schemas.microsoft.com/office/powerpoint/2010/main" val="364132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D540A63-9BB9-478A-BE65-7A901018323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767FB1D5-16C4-4AAC-9E31-560F596F8D5E}"/>
              </a:ext>
            </a:extLst>
          </p:cNvPr>
          <p:cNvSpPr>
            <a:spLocks noGrp="1"/>
          </p:cNvSpPr>
          <p:nvPr>
            <p:ph type="title" hasCustomPrompt="1"/>
          </p:nvPr>
        </p:nvSpPr>
        <p:spPr>
          <a:xfrm>
            <a:off x="3672555" y="1823626"/>
            <a:ext cx="4569572" cy="580029"/>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7" name="Text Placeholder 14">
            <a:extLst>
              <a:ext uri="{FF2B5EF4-FFF2-40B4-BE49-F238E27FC236}">
                <a16:creationId xmlns:a16="http://schemas.microsoft.com/office/drawing/2014/main" id="{C269BEF2-E65B-4046-B8D1-1E5DC6D58296}"/>
              </a:ext>
            </a:extLst>
          </p:cNvPr>
          <p:cNvSpPr>
            <a:spLocks noGrp="1"/>
          </p:cNvSpPr>
          <p:nvPr>
            <p:ph type="body" sz="quarter" idx="22" hasCustomPrompt="1"/>
          </p:nvPr>
        </p:nvSpPr>
        <p:spPr>
          <a:xfrm>
            <a:off x="2956595" y="2807310"/>
            <a:ext cx="5824073" cy="1940149"/>
          </a:xfrm>
          <a:prstGeom prst="rect">
            <a:avLst/>
          </a:prstGeom>
        </p:spPr>
        <p:txBody>
          <a:bodyPr anchor="t"/>
          <a:lstStyle>
            <a:lvl1pPr marL="0" indent="0" algn="ctr">
              <a:lnSpc>
                <a:spcPct val="200000"/>
              </a:lnSpc>
              <a:spcBef>
                <a:spcPts val="0"/>
              </a:spcBef>
              <a:buNone/>
              <a:defRPr sz="1800" cap="none" spc="200" baseline="0">
                <a:solidFill>
                  <a:schemeClr val="bg1"/>
                </a:solidFill>
                <a:latin typeface="+mn-lt"/>
              </a:defRPr>
            </a:lvl1pPr>
          </a:lstStyle>
          <a:p>
            <a:pPr lvl="0"/>
            <a:r>
              <a:rPr lang="en-US" dirty="0"/>
              <a:t>Click to add title</a:t>
            </a:r>
          </a:p>
        </p:txBody>
      </p:sp>
      <p:sp>
        <p:nvSpPr>
          <p:cNvPr id="18" name="Footer Placeholder 15">
            <a:extLst>
              <a:ext uri="{FF2B5EF4-FFF2-40B4-BE49-F238E27FC236}">
                <a16:creationId xmlns:a16="http://schemas.microsoft.com/office/drawing/2014/main" id="{D89CE923-C669-4E0E-8161-BB328133EE8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9" name="Slide Number Placeholder 16">
            <a:extLst>
              <a:ext uri="{FF2B5EF4-FFF2-40B4-BE49-F238E27FC236}">
                <a16:creationId xmlns:a16="http://schemas.microsoft.com/office/drawing/2014/main" id="{C820EE41-4997-4CD3-B951-56ECA884252E}"/>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0" name="Date Placeholder 14">
            <a:extLst>
              <a:ext uri="{FF2B5EF4-FFF2-40B4-BE49-F238E27FC236}">
                <a16:creationId xmlns:a16="http://schemas.microsoft.com/office/drawing/2014/main" id="{A2A3BC0C-B522-4DA2-BBC0-AC180D8B2C9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319137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31BC2D-187A-4ED3-8D67-C55187E532E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947F2F5-8E72-425B-A8C2-2B3262F73021}"/>
              </a:ext>
            </a:extLst>
          </p:cNvPr>
          <p:cNvSpPr>
            <a:spLocks noGrp="1"/>
          </p:cNvSpPr>
          <p:nvPr>
            <p:ph type="title" hasCustomPrompt="1"/>
          </p:nvPr>
        </p:nvSpPr>
        <p:spPr>
          <a:xfrm>
            <a:off x="5425440" y="2741026"/>
            <a:ext cx="5002478" cy="2357066"/>
          </a:xfrm>
          <a:prstGeom prst="rect">
            <a:avLst/>
          </a:prstGeom>
        </p:spPr>
        <p:txBody>
          <a:bodyPr/>
          <a:lstStyle>
            <a:lvl1pPr algn="ctr">
              <a:defRPr sz="4800" cap="all" spc="400" baseline="0">
                <a:solidFill>
                  <a:schemeClr val="accent6"/>
                </a:solidFill>
              </a:defRPr>
            </a:lvl1pPr>
          </a:lstStyle>
          <a:p>
            <a:r>
              <a:rPr lang="en-US" dirty="0"/>
              <a:t>Click to add title</a:t>
            </a:r>
          </a:p>
        </p:txBody>
      </p:sp>
    </p:spTree>
    <p:extLst>
      <p:ext uri="{BB962C8B-B14F-4D97-AF65-F5344CB8AC3E}">
        <p14:creationId xmlns:p14="http://schemas.microsoft.com/office/powerpoint/2010/main" val="425054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490FC0B-50EB-42D6-A2A5-E02EE642E2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04AFCE56-D794-4638-A3EC-63DCFB4B6F0D}"/>
              </a:ext>
            </a:extLst>
          </p:cNvPr>
          <p:cNvSpPr>
            <a:spLocks noGrp="1"/>
          </p:cNvSpPr>
          <p:nvPr>
            <p:ph type="title" hasCustomPrompt="1"/>
          </p:nvPr>
        </p:nvSpPr>
        <p:spPr>
          <a:xfrm>
            <a:off x="965511" y="760406"/>
            <a:ext cx="5424988" cy="57924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318D6597-136D-4434-B628-D387BBEEC3C5}"/>
              </a:ext>
            </a:extLst>
          </p:cNvPr>
          <p:cNvSpPr>
            <a:spLocks noGrp="1"/>
          </p:cNvSpPr>
          <p:nvPr>
            <p:ph type="body" sz="quarter" idx="12" hasCustomPrompt="1"/>
          </p:nvPr>
        </p:nvSpPr>
        <p:spPr>
          <a:xfrm>
            <a:off x="965511" y="3417877"/>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1" name="Text Placeholder 14">
            <a:extLst>
              <a:ext uri="{FF2B5EF4-FFF2-40B4-BE49-F238E27FC236}">
                <a16:creationId xmlns:a16="http://schemas.microsoft.com/office/drawing/2014/main" id="{0691DF94-6587-4325-9C04-970034F1A85C}"/>
              </a:ext>
            </a:extLst>
          </p:cNvPr>
          <p:cNvSpPr>
            <a:spLocks noGrp="1"/>
          </p:cNvSpPr>
          <p:nvPr>
            <p:ph type="body" sz="quarter" idx="13" hasCustomPrompt="1"/>
          </p:nvPr>
        </p:nvSpPr>
        <p:spPr>
          <a:xfrm>
            <a:off x="965511" y="3766050"/>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2" name="Text Placeholder 14">
            <a:extLst>
              <a:ext uri="{FF2B5EF4-FFF2-40B4-BE49-F238E27FC236}">
                <a16:creationId xmlns:a16="http://schemas.microsoft.com/office/drawing/2014/main" id="{A3CE4E75-7868-44AD-9AF2-753E07BE78A3}"/>
              </a:ext>
            </a:extLst>
          </p:cNvPr>
          <p:cNvSpPr>
            <a:spLocks noGrp="1"/>
          </p:cNvSpPr>
          <p:nvPr>
            <p:ph type="body" sz="quarter" idx="14" hasCustomPrompt="1"/>
          </p:nvPr>
        </p:nvSpPr>
        <p:spPr>
          <a:xfrm>
            <a:off x="4514520" y="3400925"/>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3" name="Text Placeholder 14">
            <a:extLst>
              <a:ext uri="{FF2B5EF4-FFF2-40B4-BE49-F238E27FC236}">
                <a16:creationId xmlns:a16="http://schemas.microsoft.com/office/drawing/2014/main" id="{8A9FE9C2-0801-4D41-A54B-E00BC7AB7C16}"/>
              </a:ext>
            </a:extLst>
          </p:cNvPr>
          <p:cNvSpPr>
            <a:spLocks noGrp="1"/>
          </p:cNvSpPr>
          <p:nvPr>
            <p:ph type="body" sz="quarter" idx="15" hasCustomPrompt="1"/>
          </p:nvPr>
        </p:nvSpPr>
        <p:spPr>
          <a:xfrm>
            <a:off x="4514520" y="3749098"/>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4" name="Text Placeholder 14">
            <a:extLst>
              <a:ext uri="{FF2B5EF4-FFF2-40B4-BE49-F238E27FC236}">
                <a16:creationId xmlns:a16="http://schemas.microsoft.com/office/drawing/2014/main" id="{632FBCC2-2CDB-448A-AA61-8D99495226AF}"/>
              </a:ext>
            </a:extLst>
          </p:cNvPr>
          <p:cNvSpPr>
            <a:spLocks noGrp="1"/>
          </p:cNvSpPr>
          <p:nvPr>
            <p:ph type="body" sz="quarter" idx="16" hasCustomPrompt="1"/>
          </p:nvPr>
        </p:nvSpPr>
        <p:spPr>
          <a:xfrm>
            <a:off x="8063529" y="3400925"/>
            <a:ext cx="269224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5" name="Text Placeholder 14">
            <a:extLst>
              <a:ext uri="{FF2B5EF4-FFF2-40B4-BE49-F238E27FC236}">
                <a16:creationId xmlns:a16="http://schemas.microsoft.com/office/drawing/2014/main" id="{7F6A4D9D-1690-4C0A-9F62-1FE93C0145FC}"/>
              </a:ext>
            </a:extLst>
          </p:cNvPr>
          <p:cNvSpPr>
            <a:spLocks noGrp="1"/>
          </p:cNvSpPr>
          <p:nvPr>
            <p:ph type="body" sz="quarter" idx="17" hasCustomPrompt="1"/>
          </p:nvPr>
        </p:nvSpPr>
        <p:spPr>
          <a:xfrm>
            <a:off x="8063529" y="3749098"/>
            <a:ext cx="269224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48863DDD-C3CC-439D-B738-34F6E8960AFF}"/>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A4788388-29C8-4E9F-BF82-A1648088A8B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5E6E1CB5-0E5F-4B44-8044-4010565FCF6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38528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pportunity Overview">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E96CB8F-A88F-40C3-A65B-8C33A16A0C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1086E70-8E77-436D-93CE-4BCD3EC94BEA}"/>
              </a:ext>
            </a:extLst>
          </p:cNvPr>
          <p:cNvSpPr>
            <a:spLocks noGrp="1"/>
          </p:cNvSpPr>
          <p:nvPr>
            <p:ph type="title" hasCustomPrompt="1"/>
          </p:nvPr>
        </p:nvSpPr>
        <p:spPr>
          <a:xfrm>
            <a:off x="5029799" y="1380501"/>
            <a:ext cx="5097428" cy="991689"/>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10" name="Text Placeholder 10">
            <a:extLst>
              <a:ext uri="{FF2B5EF4-FFF2-40B4-BE49-F238E27FC236}">
                <a16:creationId xmlns:a16="http://schemas.microsoft.com/office/drawing/2014/main" id="{C95B0D27-123C-4F09-AEDC-7874964B77BC}"/>
              </a:ext>
            </a:extLst>
          </p:cNvPr>
          <p:cNvSpPr>
            <a:spLocks noGrp="1"/>
          </p:cNvSpPr>
          <p:nvPr>
            <p:ph type="body" sz="quarter" idx="14" hasCustomPrompt="1"/>
          </p:nvPr>
        </p:nvSpPr>
        <p:spPr>
          <a:xfrm>
            <a:off x="692337"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13" name="Text Placeholder 14">
            <a:extLst>
              <a:ext uri="{FF2B5EF4-FFF2-40B4-BE49-F238E27FC236}">
                <a16:creationId xmlns:a16="http://schemas.microsoft.com/office/drawing/2014/main" id="{F3772143-8573-4FED-977E-651FC59C168F}"/>
              </a:ext>
            </a:extLst>
          </p:cNvPr>
          <p:cNvSpPr>
            <a:spLocks noGrp="1"/>
          </p:cNvSpPr>
          <p:nvPr>
            <p:ph type="body" sz="quarter" idx="20" hasCustomPrompt="1"/>
          </p:nvPr>
        </p:nvSpPr>
        <p:spPr>
          <a:xfrm>
            <a:off x="692336"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5" name="Text Placeholder 10">
            <a:extLst>
              <a:ext uri="{FF2B5EF4-FFF2-40B4-BE49-F238E27FC236}">
                <a16:creationId xmlns:a16="http://schemas.microsoft.com/office/drawing/2014/main" id="{4FD80858-A8CA-496F-8CC0-5ACDBE65112A}"/>
              </a:ext>
            </a:extLst>
          </p:cNvPr>
          <p:cNvSpPr>
            <a:spLocks noGrp="1"/>
          </p:cNvSpPr>
          <p:nvPr>
            <p:ph type="body" sz="quarter" idx="24" hasCustomPrompt="1"/>
          </p:nvPr>
        </p:nvSpPr>
        <p:spPr>
          <a:xfrm>
            <a:off x="3587933"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3" name="Text Placeholder 14">
            <a:extLst>
              <a:ext uri="{FF2B5EF4-FFF2-40B4-BE49-F238E27FC236}">
                <a16:creationId xmlns:a16="http://schemas.microsoft.com/office/drawing/2014/main" id="{2B840B1F-9319-4653-84C5-FF1FDC5E9D9A}"/>
              </a:ext>
            </a:extLst>
          </p:cNvPr>
          <p:cNvSpPr>
            <a:spLocks noGrp="1"/>
          </p:cNvSpPr>
          <p:nvPr>
            <p:ph type="body" sz="quarter" idx="21" hasCustomPrompt="1"/>
          </p:nvPr>
        </p:nvSpPr>
        <p:spPr>
          <a:xfrm>
            <a:off x="3587931"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7" name="Text Placeholder 10">
            <a:extLst>
              <a:ext uri="{FF2B5EF4-FFF2-40B4-BE49-F238E27FC236}">
                <a16:creationId xmlns:a16="http://schemas.microsoft.com/office/drawing/2014/main" id="{0882E4D8-D2AA-4EA0-BBCE-50334E8D160C}"/>
              </a:ext>
            </a:extLst>
          </p:cNvPr>
          <p:cNvSpPr>
            <a:spLocks noGrp="1"/>
          </p:cNvSpPr>
          <p:nvPr>
            <p:ph type="body" sz="quarter" idx="25" hasCustomPrompt="1"/>
          </p:nvPr>
        </p:nvSpPr>
        <p:spPr>
          <a:xfrm>
            <a:off x="6483530"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6" name="Text Placeholder 14">
            <a:extLst>
              <a:ext uri="{FF2B5EF4-FFF2-40B4-BE49-F238E27FC236}">
                <a16:creationId xmlns:a16="http://schemas.microsoft.com/office/drawing/2014/main" id="{97EFBCD4-F812-493F-895A-3449020A0651}"/>
              </a:ext>
            </a:extLst>
          </p:cNvPr>
          <p:cNvSpPr>
            <a:spLocks noGrp="1"/>
          </p:cNvSpPr>
          <p:nvPr>
            <p:ph type="body" sz="quarter" idx="23" hasCustomPrompt="1"/>
          </p:nvPr>
        </p:nvSpPr>
        <p:spPr>
          <a:xfrm>
            <a:off x="6483528"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0" name="Footer Placeholder 15">
            <a:extLst>
              <a:ext uri="{FF2B5EF4-FFF2-40B4-BE49-F238E27FC236}">
                <a16:creationId xmlns:a16="http://schemas.microsoft.com/office/drawing/2014/main" id="{698D43C2-06AB-4549-BCD0-CBDCA0653292}"/>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B2AB1D3-DFF0-43A8-BDE0-52FB314E03A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28A81ABF-135E-483F-9992-6F79C2F559E9}"/>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307876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Opportunity Comparison">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133E6176-F4F6-41F9-8F2A-BA6586E1658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8AC667-531B-4E40-98C6-B36847DE0684}"/>
              </a:ext>
            </a:extLst>
          </p:cNvPr>
          <p:cNvSpPr>
            <a:spLocks noGrp="1"/>
          </p:cNvSpPr>
          <p:nvPr>
            <p:ph type="title" hasCustomPrompt="1"/>
          </p:nvPr>
        </p:nvSpPr>
        <p:spPr>
          <a:xfrm>
            <a:off x="5029799" y="1377876"/>
            <a:ext cx="5097428" cy="918377"/>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5" name="Text Placeholder 10">
            <a:extLst>
              <a:ext uri="{FF2B5EF4-FFF2-40B4-BE49-F238E27FC236}">
                <a16:creationId xmlns:a16="http://schemas.microsoft.com/office/drawing/2014/main" id="{42930722-7AFE-41FC-8830-E2075CE783EA}"/>
              </a:ext>
            </a:extLst>
          </p:cNvPr>
          <p:cNvSpPr>
            <a:spLocks noGrp="1"/>
          </p:cNvSpPr>
          <p:nvPr>
            <p:ph type="body" sz="quarter" idx="14" hasCustomPrompt="1"/>
          </p:nvPr>
        </p:nvSpPr>
        <p:spPr>
          <a:xfrm>
            <a:off x="2535012" y="272404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6" name="Text Placeholder 14">
            <a:extLst>
              <a:ext uri="{FF2B5EF4-FFF2-40B4-BE49-F238E27FC236}">
                <a16:creationId xmlns:a16="http://schemas.microsoft.com/office/drawing/2014/main" id="{4FD0E59A-1834-4F86-8ED3-1EBC643224D7}"/>
              </a:ext>
            </a:extLst>
          </p:cNvPr>
          <p:cNvSpPr>
            <a:spLocks noGrp="1"/>
          </p:cNvSpPr>
          <p:nvPr>
            <p:ph type="body" sz="quarter" idx="19" hasCustomPrompt="1"/>
          </p:nvPr>
        </p:nvSpPr>
        <p:spPr>
          <a:xfrm>
            <a:off x="4267209" y="2930881"/>
            <a:ext cx="3639904"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27" name="Text Placeholder 14">
            <a:extLst>
              <a:ext uri="{FF2B5EF4-FFF2-40B4-BE49-F238E27FC236}">
                <a16:creationId xmlns:a16="http://schemas.microsoft.com/office/drawing/2014/main" id="{7084F479-66F8-4110-96A2-F3A27ED1C202}"/>
              </a:ext>
            </a:extLst>
          </p:cNvPr>
          <p:cNvSpPr>
            <a:spLocks noGrp="1"/>
          </p:cNvSpPr>
          <p:nvPr>
            <p:ph type="body" sz="quarter" idx="20" hasCustomPrompt="1"/>
          </p:nvPr>
        </p:nvSpPr>
        <p:spPr>
          <a:xfrm>
            <a:off x="4267209" y="3282057"/>
            <a:ext cx="3639904"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8" name="Text Placeholder 10">
            <a:extLst>
              <a:ext uri="{FF2B5EF4-FFF2-40B4-BE49-F238E27FC236}">
                <a16:creationId xmlns:a16="http://schemas.microsoft.com/office/drawing/2014/main" id="{DD083869-3E3D-40A3-AE1C-3384E7096AED}"/>
              </a:ext>
            </a:extLst>
          </p:cNvPr>
          <p:cNvSpPr>
            <a:spLocks noGrp="1"/>
          </p:cNvSpPr>
          <p:nvPr>
            <p:ph type="body" sz="quarter" idx="21" hasCustomPrompt="1"/>
          </p:nvPr>
        </p:nvSpPr>
        <p:spPr>
          <a:xfrm>
            <a:off x="2535012" y="388211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9" name="Text Placeholder 14">
            <a:extLst>
              <a:ext uri="{FF2B5EF4-FFF2-40B4-BE49-F238E27FC236}">
                <a16:creationId xmlns:a16="http://schemas.microsoft.com/office/drawing/2014/main" id="{ECD259C4-54A9-4BCA-A693-5A8F91D824AD}"/>
              </a:ext>
            </a:extLst>
          </p:cNvPr>
          <p:cNvSpPr>
            <a:spLocks noGrp="1"/>
          </p:cNvSpPr>
          <p:nvPr>
            <p:ph type="body" sz="quarter" idx="22" hasCustomPrompt="1"/>
          </p:nvPr>
        </p:nvSpPr>
        <p:spPr>
          <a:xfrm>
            <a:off x="4267209" y="4097257"/>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0" name="Text Placeholder 14">
            <a:extLst>
              <a:ext uri="{FF2B5EF4-FFF2-40B4-BE49-F238E27FC236}">
                <a16:creationId xmlns:a16="http://schemas.microsoft.com/office/drawing/2014/main" id="{3099E6DD-0A81-4AD6-97AD-DB777418E5D6}"/>
              </a:ext>
            </a:extLst>
          </p:cNvPr>
          <p:cNvSpPr>
            <a:spLocks noGrp="1"/>
          </p:cNvSpPr>
          <p:nvPr>
            <p:ph type="body" sz="quarter" idx="23" hasCustomPrompt="1"/>
          </p:nvPr>
        </p:nvSpPr>
        <p:spPr>
          <a:xfrm>
            <a:off x="4267209" y="4448433"/>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31" name="Text Placeholder 10">
            <a:extLst>
              <a:ext uri="{FF2B5EF4-FFF2-40B4-BE49-F238E27FC236}">
                <a16:creationId xmlns:a16="http://schemas.microsoft.com/office/drawing/2014/main" id="{01E19938-3E97-4D01-9075-1BB1AF8DDF0B}"/>
              </a:ext>
            </a:extLst>
          </p:cNvPr>
          <p:cNvSpPr>
            <a:spLocks noGrp="1"/>
          </p:cNvSpPr>
          <p:nvPr>
            <p:ph type="body" sz="quarter" idx="24" hasCustomPrompt="1"/>
          </p:nvPr>
        </p:nvSpPr>
        <p:spPr>
          <a:xfrm>
            <a:off x="2535012" y="5046627"/>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32" name="Text Placeholder 14">
            <a:extLst>
              <a:ext uri="{FF2B5EF4-FFF2-40B4-BE49-F238E27FC236}">
                <a16:creationId xmlns:a16="http://schemas.microsoft.com/office/drawing/2014/main" id="{FA19E736-C7E5-448A-AC90-0EB1D902C0D9}"/>
              </a:ext>
            </a:extLst>
          </p:cNvPr>
          <p:cNvSpPr>
            <a:spLocks noGrp="1"/>
          </p:cNvSpPr>
          <p:nvPr>
            <p:ph type="body" sz="quarter" idx="25" hasCustomPrompt="1"/>
          </p:nvPr>
        </p:nvSpPr>
        <p:spPr>
          <a:xfrm>
            <a:off x="4258730" y="5267189"/>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3" name="Text Placeholder 14">
            <a:extLst>
              <a:ext uri="{FF2B5EF4-FFF2-40B4-BE49-F238E27FC236}">
                <a16:creationId xmlns:a16="http://schemas.microsoft.com/office/drawing/2014/main" id="{4C139082-0147-4871-8F86-8D4DFC57E881}"/>
              </a:ext>
            </a:extLst>
          </p:cNvPr>
          <p:cNvSpPr>
            <a:spLocks noGrp="1"/>
          </p:cNvSpPr>
          <p:nvPr>
            <p:ph type="body" sz="quarter" idx="26" hasCustomPrompt="1"/>
          </p:nvPr>
        </p:nvSpPr>
        <p:spPr>
          <a:xfrm>
            <a:off x="4258730" y="5618365"/>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1" name="Footer Placeholder 15">
            <a:extLst>
              <a:ext uri="{FF2B5EF4-FFF2-40B4-BE49-F238E27FC236}">
                <a16:creationId xmlns:a16="http://schemas.microsoft.com/office/drawing/2014/main" id="{97BCF052-161B-4AD4-AE2D-DED3FA964C2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E388F47C-0B7F-4C1B-B356-52A1CB56DD0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4654010E-C1FB-4195-AD8B-03A8DAE012A0}"/>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60807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84044BB2-E43C-47D4-AA71-04F22AA35EA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C0F929B-B0E5-4A66-B6D7-462C68EF7A7F}"/>
              </a:ext>
            </a:extLst>
          </p:cNvPr>
          <p:cNvSpPr>
            <a:spLocks noGrp="1"/>
          </p:cNvSpPr>
          <p:nvPr>
            <p:ph type="title" hasCustomPrompt="1"/>
          </p:nvPr>
        </p:nvSpPr>
        <p:spPr>
          <a:xfrm>
            <a:off x="2434082" y="2232234"/>
            <a:ext cx="7323836" cy="743753"/>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4" name="Text Placeholder 14">
            <a:extLst>
              <a:ext uri="{FF2B5EF4-FFF2-40B4-BE49-F238E27FC236}">
                <a16:creationId xmlns:a16="http://schemas.microsoft.com/office/drawing/2014/main" id="{04A0468C-03A1-433C-BEB5-89CD0787ABA4}"/>
              </a:ext>
            </a:extLst>
          </p:cNvPr>
          <p:cNvSpPr>
            <a:spLocks noGrp="1"/>
          </p:cNvSpPr>
          <p:nvPr>
            <p:ph type="body" sz="quarter" idx="19" hasCustomPrompt="1"/>
          </p:nvPr>
        </p:nvSpPr>
        <p:spPr>
          <a:xfrm>
            <a:off x="1469369"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5" name="Text Placeholder 14">
            <a:extLst>
              <a:ext uri="{FF2B5EF4-FFF2-40B4-BE49-F238E27FC236}">
                <a16:creationId xmlns:a16="http://schemas.microsoft.com/office/drawing/2014/main" id="{1345DEAC-8D5A-44A0-9EA3-9A2039ADD049}"/>
              </a:ext>
            </a:extLst>
          </p:cNvPr>
          <p:cNvSpPr>
            <a:spLocks noGrp="1"/>
          </p:cNvSpPr>
          <p:nvPr>
            <p:ph type="body" sz="quarter" idx="20" hasCustomPrompt="1"/>
          </p:nvPr>
        </p:nvSpPr>
        <p:spPr>
          <a:xfrm>
            <a:off x="1469369"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6" name="Text Placeholder 14">
            <a:extLst>
              <a:ext uri="{FF2B5EF4-FFF2-40B4-BE49-F238E27FC236}">
                <a16:creationId xmlns:a16="http://schemas.microsoft.com/office/drawing/2014/main" id="{D2839B01-8B79-4655-BADE-8F0A9351936D}"/>
              </a:ext>
            </a:extLst>
          </p:cNvPr>
          <p:cNvSpPr>
            <a:spLocks noGrp="1"/>
          </p:cNvSpPr>
          <p:nvPr>
            <p:ph type="body" sz="quarter" idx="21" hasCustomPrompt="1"/>
          </p:nvPr>
        </p:nvSpPr>
        <p:spPr>
          <a:xfrm>
            <a:off x="6672448"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7" name="Text Placeholder 14">
            <a:extLst>
              <a:ext uri="{FF2B5EF4-FFF2-40B4-BE49-F238E27FC236}">
                <a16:creationId xmlns:a16="http://schemas.microsoft.com/office/drawing/2014/main" id="{D0AFF7FE-E069-4C57-9F9F-909B7FE43E92}"/>
              </a:ext>
            </a:extLst>
          </p:cNvPr>
          <p:cNvSpPr>
            <a:spLocks noGrp="1"/>
          </p:cNvSpPr>
          <p:nvPr>
            <p:ph type="body" sz="quarter" idx="22" hasCustomPrompt="1"/>
          </p:nvPr>
        </p:nvSpPr>
        <p:spPr>
          <a:xfrm>
            <a:off x="6672448"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32721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172C710-E0AE-4BB2-88CC-99E77C188CA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24C9529-8AA8-4D29-9375-C579768868A4}"/>
              </a:ext>
            </a:extLst>
          </p:cNvPr>
          <p:cNvSpPr>
            <a:spLocks noGrp="1"/>
          </p:cNvSpPr>
          <p:nvPr>
            <p:ph type="title" hasCustomPrompt="1"/>
          </p:nvPr>
        </p:nvSpPr>
        <p:spPr>
          <a:xfrm>
            <a:off x="614107" y="501519"/>
            <a:ext cx="10515600" cy="49202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32" name="Text Placeholder 14">
            <a:extLst>
              <a:ext uri="{FF2B5EF4-FFF2-40B4-BE49-F238E27FC236}">
                <a16:creationId xmlns:a16="http://schemas.microsoft.com/office/drawing/2014/main" id="{68E86424-D329-4314-90E5-3475B98D2DDA}"/>
              </a:ext>
            </a:extLst>
          </p:cNvPr>
          <p:cNvSpPr>
            <a:spLocks noGrp="1"/>
          </p:cNvSpPr>
          <p:nvPr>
            <p:ph type="body" sz="quarter" idx="15" hasCustomPrompt="1"/>
          </p:nvPr>
        </p:nvSpPr>
        <p:spPr>
          <a:xfrm>
            <a:off x="3927206" y="1599947"/>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0" name="Text Placeholder 14">
            <a:extLst>
              <a:ext uri="{FF2B5EF4-FFF2-40B4-BE49-F238E27FC236}">
                <a16:creationId xmlns:a16="http://schemas.microsoft.com/office/drawing/2014/main" id="{64DB45FF-E618-4122-91A4-A6E4F2B7FCA0}"/>
              </a:ext>
            </a:extLst>
          </p:cNvPr>
          <p:cNvSpPr>
            <a:spLocks noGrp="1"/>
          </p:cNvSpPr>
          <p:nvPr>
            <p:ph type="body" sz="quarter" idx="20" hasCustomPrompt="1"/>
          </p:nvPr>
        </p:nvSpPr>
        <p:spPr>
          <a:xfrm>
            <a:off x="2423421" y="2378452"/>
            <a:ext cx="1183179" cy="492025"/>
          </a:xfrm>
          <a:prstGeom prst="rect">
            <a:avLst/>
          </a:prstGeom>
        </p:spPr>
        <p:txBody>
          <a:bodyPr anchor="ctr"/>
          <a:lstStyle>
            <a:lvl1pPr marL="0" indent="0" algn="ctr">
              <a:lnSpc>
                <a:spcPct val="100000"/>
              </a:lnSpc>
              <a:buNone/>
              <a:defRPr sz="1800" cap="all" spc="200" baseline="0">
                <a:solidFill>
                  <a:schemeClr val="accent3"/>
                </a:solidFill>
                <a:latin typeface="+mj-lt"/>
              </a:defRPr>
            </a:lvl1pPr>
          </a:lstStyle>
          <a:p>
            <a:pPr lvl="0"/>
            <a:r>
              <a:rPr lang="en-US" dirty="0"/>
              <a:t>Click to add name</a:t>
            </a:r>
          </a:p>
        </p:txBody>
      </p:sp>
      <p:sp>
        <p:nvSpPr>
          <p:cNvPr id="54" name="Text Placeholder 14">
            <a:extLst>
              <a:ext uri="{FF2B5EF4-FFF2-40B4-BE49-F238E27FC236}">
                <a16:creationId xmlns:a16="http://schemas.microsoft.com/office/drawing/2014/main" id="{9D03616C-C870-402E-9CD2-D61A8C881CE6}"/>
              </a:ext>
            </a:extLst>
          </p:cNvPr>
          <p:cNvSpPr>
            <a:spLocks noGrp="1"/>
          </p:cNvSpPr>
          <p:nvPr>
            <p:ph type="body" sz="quarter" idx="26" hasCustomPrompt="1"/>
          </p:nvPr>
        </p:nvSpPr>
        <p:spPr>
          <a:xfrm>
            <a:off x="5443586" y="2129182"/>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dirty="0"/>
              <a:t>Click to add name</a:t>
            </a:r>
          </a:p>
        </p:txBody>
      </p:sp>
      <p:sp>
        <p:nvSpPr>
          <p:cNvPr id="49" name="Text Placeholder 14">
            <a:extLst>
              <a:ext uri="{FF2B5EF4-FFF2-40B4-BE49-F238E27FC236}">
                <a16:creationId xmlns:a16="http://schemas.microsoft.com/office/drawing/2014/main" id="{1EFBBB7D-BA85-47E3-B62F-AA1F2F44FB51}"/>
              </a:ext>
            </a:extLst>
          </p:cNvPr>
          <p:cNvSpPr>
            <a:spLocks noGrp="1"/>
          </p:cNvSpPr>
          <p:nvPr>
            <p:ph type="body" sz="quarter" idx="25" hasCustomPrompt="1"/>
          </p:nvPr>
        </p:nvSpPr>
        <p:spPr>
          <a:xfrm>
            <a:off x="1234399" y="3528829"/>
            <a:ext cx="1209143"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38" name="Text Placeholder 14">
            <a:extLst>
              <a:ext uri="{FF2B5EF4-FFF2-40B4-BE49-F238E27FC236}">
                <a16:creationId xmlns:a16="http://schemas.microsoft.com/office/drawing/2014/main" id="{956FCC53-780F-4831-91B6-1F8A24502CB9}"/>
              </a:ext>
            </a:extLst>
          </p:cNvPr>
          <p:cNvSpPr>
            <a:spLocks noGrp="1"/>
          </p:cNvSpPr>
          <p:nvPr>
            <p:ph type="body" sz="quarter" idx="19" hasCustomPrompt="1"/>
          </p:nvPr>
        </p:nvSpPr>
        <p:spPr>
          <a:xfrm>
            <a:off x="7131018" y="3528829"/>
            <a:ext cx="1380681"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4" name="Text Placeholder 14">
            <a:extLst>
              <a:ext uri="{FF2B5EF4-FFF2-40B4-BE49-F238E27FC236}">
                <a16:creationId xmlns:a16="http://schemas.microsoft.com/office/drawing/2014/main" id="{5A939BCA-4047-481F-B0C2-85F9AFDDFAFF}"/>
              </a:ext>
            </a:extLst>
          </p:cNvPr>
          <p:cNvSpPr>
            <a:spLocks noGrp="1"/>
          </p:cNvSpPr>
          <p:nvPr>
            <p:ph type="body" sz="quarter" idx="22" hasCustomPrompt="1"/>
          </p:nvPr>
        </p:nvSpPr>
        <p:spPr>
          <a:xfrm>
            <a:off x="1322436" y="4634331"/>
            <a:ext cx="1183179" cy="492025"/>
          </a:xfrm>
          <a:prstGeom prst="rect">
            <a:avLst/>
          </a:prstGeom>
        </p:spPr>
        <p:txBody>
          <a:bodyPr anchor="ctr"/>
          <a:lstStyle>
            <a:lvl1pPr marL="0" indent="0" algn="ctr">
              <a:lnSpc>
                <a:spcPct val="100000"/>
              </a:lnSpc>
              <a:buNone/>
              <a:defRPr sz="1800" cap="all" spc="200" baseline="0">
                <a:solidFill>
                  <a:schemeClr val="accent1">
                    <a:lumMod val="50000"/>
                    <a:lumOff val="50000"/>
                  </a:schemeClr>
                </a:solidFill>
                <a:latin typeface="+mj-lt"/>
              </a:defRPr>
            </a:lvl1pPr>
          </a:lstStyle>
          <a:p>
            <a:pPr lvl="0"/>
            <a:r>
              <a:rPr lang="en-US" dirty="0"/>
              <a:t>Click to add name</a:t>
            </a:r>
          </a:p>
        </p:txBody>
      </p:sp>
      <p:sp>
        <p:nvSpPr>
          <p:cNvPr id="42" name="Text Placeholder 14">
            <a:extLst>
              <a:ext uri="{FF2B5EF4-FFF2-40B4-BE49-F238E27FC236}">
                <a16:creationId xmlns:a16="http://schemas.microsoft.com/office/drawing/2014/main" id="{EEACD572-F95D-4ABE-9CC6-03D3CAF89EBF}"/>
              </a:ext>
            </a:extLst>
          </p:cNvPr>
          <p:cNvSpPr>
            <a:spLocks noGrp="1"/>
          </p:cNvSpPr>
          <p:nvPr>
            <p:ph type="body" sz="quarter" idx="21" hasCustomPrompt="1"/>
          </p:nvPr>
        </p:nvSpPr>
        <p:spPr>
          <a:xfrm>
            <a:off x="2859913" y="4459860"/>
            <a:ext cx="1183179" cy="492025"/>
          </a:xfrm>
          <a:prstGeom prst="rect">
            <a:avLst/>
          </a:prstGeom>
        </p:spPr>
        <p:txBody>
          <a:bodyPr anchor="ctr"/>
          <a:lstStyle>
            <a:lvl1pPr marL="0" indent="0" algn="ctr">
              <a:lnSpc>
                <a:spcPct val="100000"/>
              </a:lnSpc>
              <a:buNone/>
              <a:defRPr sz="1800" cap="all" spc="200" baseline="0">
                <a:solidFill>
                  <a:schemeClr val="accent5"/>
                </a:solidFill>
                <a:latin typeface="+mj-lt"/>
              </a:defRPr>
            </a:lvl1pPr>
          </a:lstStyle>
          <a:p>
            <a:pPr lvl="0"/>
            <a:r>
              <a:rPr lang="en-US" dirty="0"/>
              <a:t>Click to add name</a:t>
            </a:r>
          </a:p>
        </p:txBody>
      </p:sp>
      <p:sp>
        <p:nvSpPr>
          <p:cNvPr id="46" name="Text Placeholder 14">
            <a:extLst>
              <a:ext uri="{FF2B5EF4-FFF2-40B4-BE49-F238E27FC236}">
                <a16:creationId xmlns:a16="http://schemas.microsoft.com/office/drawing/2014/main" id="{F21A51C9-DB80-45BF-8C5D-A0236927289E}"/>
              </a:ext>
            </a:extLst>
          </p:cNvPr>
          <p:cNvSpPr>
            <a:spLocks noGrp="1"/>
          </p:cNvSpPr>
          <p:nvPr>
            <p:ph type="body" sz="quarter" idx="23" hasCustomPrompt="1"/>
          </p:nvPr>
        </p:nvSpPr>
        <p:spPr>
          <a:xfrm>
            <a:off x="5237403" y="4321788"/>
            <a:ext cx="1183179" cy="492025"/>
          </a:xfrm>
          <a:prstGeom prst="rect">
            <a:avLst/>
          </a:prstGeom>
        </p:spPr>
        <p:txBody>
          <a:bodyPr anchor="ctr"/>
          <a:lstStyle>
            <a:lvl1pPr marL="0" indent="0" algn="ctr">
              <a:lnSpc>
                <a:spcPct val="100000"/>
              </a:lnSpc>
              <a:buNone/>
              <a:defRPr sz="1800" cap="all" spc="200" baseline="0">
                <a:solidFill>
                  <a:schemeClr val="accent6">
                    <a:lumMod val="75000"/>
                  </a:schemeClr>
                </a:solidFill>
                <a:latin typeface="+mj-lt"/>
              </a:defRPr>
            </a:lvl1pPr>
          </a:lstStyle>
          <a:p>
            <a:pPr lvl="0"/>
            <a:r>
              <a:rPr lang="en-US" dirty="0"/>
              <a:t>Click to add name</a:t>
            </a:r>
          </a:p>
        </p:txBody>
      </p:sp>
      <p:sp>
        <p:nvSpPr>
          <p:cNvPr id="34" name="Text Placeholder 14">
            <a:extLst>
              <a:ext uri="{FF2B5EF4-FFF2-40B4-BE49-F238E27FC236}">
                <a16:creationId xmlns:a16="http://schemas.microsoft.com/office/drawing/2014/main" id="{AAF01185-D17F-4327-A264-7BA944344077}"/>
              </a:ext>
            </a:extLst>
          </p:cNvPr>
          <p:cNvSpPr>
            <a:spLocks noGrp="1"/>
          </p:cNvSpPr>
          <p:nvPr>
            <p:ph type="body" sz="quarter" idx="17" hasCustomPrompt="1"/>
          </p:nvPr>
        </p:nvSpPr>
        <p:spPr>
          <a:xfrm>
            <a:off x="3927206" y="5468790"/>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8" name="Text Placeholder 14">
            <a:extLst>
              <a:ext uri="{FF2B5EF4-FFF2-40B4-BE49-F238E27FC236}">
                <a16:creationId xmlns:a16="http://schemas.microsoft.com/office/drawing/2014/main" id="{0F026DA0-6868-4098-AA73-18F8CB275090}"/>
              </a:ext>
            </a:extLst>
          </p:cNvPr>
          <p:cNvSpPr>
            <a:spLocks noGrp="1"/>
          </p:cNvSpPr>
          <p:nvPr>
            <p:ph type="body" sz="quarter" idx="24" hasCustomPrompt="1"/>
          </p:nvPr>
        </p:nvSpPr>
        <p:spPr>
          <a:xfrm>
            <a:off x="6486546" y="5195673"/>
            <a:ext cx="1183179" cy="492025"/>
          </a:xfrm>
          <a:prstGeom prst="rect">
            <a:avLst/>
          </a:prstGeom>
        </p:spPr>
        <p:txBody>
          <a:bodyPr anchor="ctr"/>
          <a:lstStyle>
            <a:lvl1pPr marL="0" indent="0" algn="ctr">
              <a:lnSpc>
                <a:spcPct val="100000"/>
              </a:lnSpc>
              <a:buNone/>
              <a:defRPr sz="1800" cap="all" spc="200" baseline="0">
                <a:solidFill>
                  <a:schemeClr val="bg1">
                    <a:lumMod val="75000"/>
                  </a:schemeClr>
                </a:solidFill>
                <a:latin typeface="+mj-lt"/>
              </a:defRPr>
            </a:lvl1pPr>
          </a:lstStyle>
          <a:p>
            <a:pPr lvl="0"/>
            <a:r>
              <a:rPr lang="en-US" dirty="0"/>
              <a:t>Click to add name</a:t>
            </a:r>
          </a:p>
        </p:txBody>
      </p:sp>
      <p:cxnSp>
        <p:nvCxnSpPr>
          <p:cNvPr id="17" name="Straight Connector 16">
            <a:extLst>
              <a:ext uri="{FF2B5EF4-FFF2-40B4-BE49-F238E27FC236}">
                <a16:creationId xmlns:a16="http://schemas.microsoft.com/office/drawing/2014/main" id="{C6886378-0368-485F-8D6E-3C9CB4C63C1F}"/>
              </a:ext>
              <a:ext uri="{C183D7F6-B498-43B3-948B-1728B52AA6E4}">
                <adec:decorative xmlns:adec="http://schemas.microsoft.com/office/drawing/2017/decorative" val="1"/>
              </a:ext>
            </a:extLst>
          </p:cNvPr>
          <p:cNvCxnSpPr>
            <a:cxnSpLocks/>
          </p:cNvCxnSpPr>
          <p:nvPr userDrawn="1"/>
        </p:nvCxnSpPr>
        <p:spPr>
          <a:xfrm>
            <a:off x="2447369" y="377484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8EB2C4E-9EF3-4CC7-9BDE-ED5598CCBF65}"/>
              </a:ext>
              <a:ext uri="{C183D7F6-B498-43B3-948B-1728B52AA6E4}">
                <adec:decorative xmlns:adec="http://schemas.microsoft.com/office/drawing/2017/decorative" val="1"/>
              </a:ext>
            </a:extLst>
          </p:cNvPr>
          <p:cNvCxnSpPr>
            <a:cxnSpLocks/>
          </p:cNvCxnSpPr>
          <p:nvPr userDrawn="1"/>
        </p:nvCxnSpPr>
        <p:spPr>
          <a:xfrm flipV="1">
            <a:off x="4780689" y="209197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79454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EDCC43F-6D79-4D9A-A842-74287B40D33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3371"/>
            <a:ext cx="12192000" cy="6858000"/>
          </a:xfrm>
          <a:prstGeom prst="rect">
            <a:avLst/>
          </a:prstGeom>
        </p:spPr>
      </p:pic>
      <p:sp>
        <p:nvSpPr>
          <p:cNvPr id="3" name="Title 2">
            <a:extLst>
              <a:ext uri="{FF2B5EF4-FFF2-40B4-BE49-F238E27FC236}">
                <a16:creationId xmlns:a16="http://schemas.microsoft.com/office/drawing/2014/main" id="{A8255D77-6260-4F8F-86E3-D0AAF36FA403}"/>
              </a:ext>
            </a:extLst>
          </p:cNvPr>
          <p:cNvSpPr>
            <a:spLocks noGrp="1"/>
          </p:cNvSpPr>
          <p:nvPr>
            <p:ph type="title" hasCustomPrompt="1"/>
          </p:nvPr>
        </p:nvSpPr>
        <p:spPr>
          <a:xfrm>
            <a:off x="3294345" y="1158710"/>
            <a:ext cx="5611660" cy="677782"/>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8" name="Text Placeholder 14">
            <a:extLst>
              <a:ext uri="{FF2B5EF4-FFF2-40B4-BE49-F238E27FC236}">
                <a16:creationId xmlns:a16="http://schemas.microsoft.com/office/drawing/2014/main" id="{5C91A828-665B-4FC2-950E-370DF47348CE}"/>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10" name="Text Placeholder 14">
            <a:extLst>
              <a:ext uri="{FF2B5EF4-FFF2-40B4-BE49-F238E27FC236}">
                <a16:creationId xmlns:a16="http://schemas.microsoft.com/office/drawing/2014/main" id="{0BE18AA7-27E7-4763-A428-079E43A450DA}"/>
              </a:ext>
            </a:extLst>
          </p:cNvPr>
          <p:cNvSpPr>
            <a:spLocks noGrp="1"/>
          </p:cNvSpPr>
          <p:nvPr>
            <p:ph type="body" sz="quarter" idx="26" hasCustomPrompt="1"/>
          </p:nvPr>
        </p:nvSpPr>
        <p:spPr>
          <a:xfrm>
            <a:off x="1833290"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6ED488B3-3B38-4DE8-8789-E9C406DB6525}"/>
              </a:ext>
            </a:extLst>
          </p:cNvPr>
          <p:cNvSpPr>
            <a:spLocks noGrp="1"/>
          </p:cNvSpPr>
          <p:nvPr>
            <p:ph type="body" sz="quarter" idx="27" hasCustomPrompt="1"/>
          </p:nvPr>
        </p:nvSpPr>
        <p:spPr>
          <a:xfrm>
            <a:off x="5053332"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9" name="Text Placeholder 14">
            <a:extLst>
              <a:ext uri="{FF2B5EF4-FFF2-40B4-BE49-F238E27FC236}">
                <a16:creationId xmlns:a16="http://schemas.microsoft.com/office/drawing/2014/main" id="{5717E8AA-E5DC-43D1-BED9-1A8F554EB61F}"/>
              </a:ext>
            </a:extLst>
          </p:cNvPr>
          <p:cNvSpPr>
            <a:spLocks noGrp="1"/>
          </p:cNvSpPr>
          <p:nvPr>
            <p:ph type="body" sz="quarter" idx="28" hasCustomPrompt="1"/>
          </p:nvPr>
        </p:nvSpPr>
        <p:spPr>
          <a:xfrm>
            <a:off x="8197008"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20" name="Text Placeholder 14">
            <a:extLst>
              <a:ext uri="{FF2B5EF4-FFF2-40B4-BE49-F238E27FC236}">
                <a16:creationId xmlns:a16="http://schemas.microsoft.com/office/drawing/2014/main" id="{83A9D178-AD0E-4E87-97B3-88B79A533B1B}"/>
              </a:ext>
            </a:extLst>
          </p:cNvPr>
          <p:cNvSpPr>
            <a:spLocks noGrp="1"/>
          </p:cNvSpPr>
          <p:nvPr>
            <p:ph type="body" sz="quarter" idx="13" hasCustomPrompt="1"/>
          </p:nvPr>
        </p:nvSpPr>
        <p:spPr>
          <a:xfrm>
            <a:off x="1462028"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1" name="Text Placeholder 14">
            <a:extLst>
              <a:ext uri="{FF2B5EF4-FFF2-40B4-BE49-F238E27FC236}">
                <a16:creationId xmlns:a16="http://schemas.microsoft.com/office/drawing/2014/main" id="{BF8B39EE-8EB7-4880-A9FE-9F98D23984F3}"/>
              </a:ext>
            </a:extLst>
          </p:cNvPr>
          <p:cNvSpPr>
            <a:spLocks noGrp="1"/>
          </p:cNvSpPr>
          <p:nvPr>
            <p:ph type="body" sz="quarter" idx="29" hasCustomPrompt="1"/>
          </p:nvPr>
        </p:nvSpPr>
        <p:spPr>
          <a:xfrm>
            <a:off x="4691306" y="4704558"/>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2" name="Text Placeholder 14">
            <a:extLst>
              <a:ext uri="{FF2B5EF4-FFF2-40B4-BE49-F238E27FC236}">
                <a16:creationId xmlns:a16="http://schemas.microsoft.com/office/drawing/2014/main" id="{C74686F1-FD3B-4529-9DBC-C6E34312C5CF}"/>
              </a:ext>
            </a:extLst>
          </p:cNvPr>
          <p:cNvSpPr>
            <a:spLocks noGrp="1"/>
          </p:cNvSpPr>
          <p:nvPr>
            <p:ph type="body" sz="quarter" idx="30" hasCustomPrompt="1"/>
          </p:nvPr>
        </p:nvSpPr>
        <p:spPr>
          <a:xfrm>
            <a:off x="7834982"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0A8B5FF2-6B96-4FE7-A6ED-0C89D74FAD0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B8BB57A8-7823-42A3-BA84-96690BFFDC3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902A41BF-FE61-48B9-A0B1-94AAB15381B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858706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41C2529C-151F-488B-A358-D60A3D5521D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3371"/>
            <a:ext cx="12192000" cy="6858000"/>
          </a:xfrm>
          <a:prstGeom prst="rect">
            <a:avLst/>
          </a:prstGeom>
        </p:spPr>
      </p:pic>
      <p:sp>
        <p:nvSpPr>
          <p:cNvPr id="2" name="Title 1">
            <a:extLst>
              <a:ext uri="{FF2B5EF4-FFF2-40B4-BE49-F238E27FC236}">
                <a16:creationId xmlns:a16="http://schemas.microsoft.com/office/drawing/2014/main" id="{53E2EB21-CF4E-4578-820A-EACF488B1712}"/>
              </a:ext>
            </a:extLst>
          </p:cNvPr>
          <p:cNvSpPr>
            <a:spLocks noGrp="1"/>
          </p:cNvSpPr>
          <p:nvPr>
            <p:ph type="title" hasCustomPrompt="1"/>
          </p:nvPr>
        </p:nvSpPr>
        <p:spPr>
          <a:xfrm>
            <a:off x="3356975" y="1144939"/>
            <a:ext cx="5473874" cy="687833"/>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7F450FCB-3FE4-489F-A4BA-4BF492C226C5}"/>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39" name="Text Placeholder 10">
            <a:extLst>
              <a:ext uri="{FF2B5EF4-FFF2-40B4-BE49-F238E27FC236}">
                <a16:creationId xmlns:a16="http://schemas.microsoft.com/office/drawing/2014/main" id="{EB6054A1-FB6D-4599-BAA9-5A51A0FA8C5C}"/>
              </a:ext>
            </a:extLst>
          </p:cNvPr>
          <p:cNvSpPr>
            <a:spLocks noGrp="1"/>
          </p:cNvSpPr>
          <p:nvPr>
            <p:ph type="body" sz="quarter" idx="24" hasCustomPrompt="1"/>
          </p:nvPr>
        </p:nvSpPr>
        <p:spPr>
          <a:xfrm>
            <a:off x="963991" y="2822318"/>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4" name="Content Placeholder 3">
            <a:extLst>
              <a:ext uri="{FF2B5EF4-FFF2-40B4-BE49-F238E27FC236}">
                <a16:creationId xmlns:a16="http://schemas.microsoft.com/office/drawing/2014/main" id="{95054896-ABA6-49DF-9D5D-B2E6224DD442}"/>
              </a:ext>
            </a:extLst>
          </p:cNvPr>
          <p:cNvSpPr>
            <a:spLocks noGrp="1"/>
          </p:cNvSpPr>
          <p:nvPr>
            <p:ph sz="quarter" idx="32"/>
          </p:nvPr>
        </p:nvSpPr>
        <p:spPr>
          <a:xfrm>
            <a:off x="866775"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6" name="Text Placeholder 14">
            <a:extLst>
              <a:ext uri="{FF2B5EF4-FFF2-40B4-BE49-F238E27FC236}">
                <a16:creationId xmlns:a16="http://schemas.microsoft.com/office/drawing/2014/main" id="{EF233E3C-C99A-4345-9504-B06740BBAB28}"/>
              </a:ext>
            </a:extLst>
          </p:cNvPr>
          <p:cNvSpPr>
            <a:spLocks noGrp="1"/>
          </p:cNvSpPr>
          <p:nvPr>
            <p:ph type="body" sz="quarter" idx="30" hasCustomPrompt="1"/>
          </p:nvPr>
        </p:nvSpPr>
        <p:spPr>
          <a:xfrm>
            <a:off x="5983159" y="3186346"/>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55" name="Text Placeholder 14">
            <a:extLst>
              <a:ext uri="{FF2B5EF4-FFF2-40B4-BE49-F238E27FC236}">
                <a16:creationId xmlns:a16="http://schemas.microsoft.com/office/drawing/2014/main" id="{406787F7-1112-4CC9-8FD0-D3583902DE98}"/>
              </a:ext>
            </a:extLst>
          </p:cNvPr>
          <p:cNvSpPr>
            <a:spLocks noGrp="1"/>
          </p:cNvSpPr>
          <p:nvPr>
            <p:ph type="body" sz="quarter" idx="29" hasCustomPrompt="1"/>
          </p:nvPr>
        </p:nvSpPr>
        <p:spPr>
          <a:xfrm>
            <a:off x="5983159" y="3699738"/>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54" name="Text Placeholder 14">
            <a:extLst>
              <a:ext uri="{FF2B5EF4-FFF2-40B4-BE49-F238E27FC236}">
                <a16:creationId xmlns:a16="http://schemas.microsoft.com/office/drawing/2014/main" id="{99FA8680-9A76-4984-9EF3-619FF82EF7D4}"/>
              </a:ext>
            </a:extLst>
          </p:cNvPr>
          <p:cNvSpPr>
            <a:spLocks noGrp="1"/>
          </p:cNvSpPr>
          <p:nvPr>
            <p:ph type="body" sz="quarter" idx="28" hasCustomPrompt="1"/>
          </p:nvPr>
        </p:nvSpPr>
        <p:spPr>
          <a:xfrm>
            <a:off x="5983159" y="4213130"/>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53" name="Text Placeholder 14">
            <a:extLst>
              <a:ext uri="{FF2B5EF4-FFF2-40B4-BE49-F238E27FC236}">
                <a16:creationId xmlns:a16="http://schemas.microsoft.com/office/drawing/2014/main" id="{CB4D59B1-4953-4B1A-9812-770624E09F4B}"/>
              </a:ext>
            </a:extLst>
          </p:cNvPr>
          <p:cNvSpPr>
            <a:spLocks noGrp="1"/>
          </p:cNvSpPr>
          <p:nvPr>
            <p:ph type="body" sz="quarter" idx="27" hasCustomPrompt="1"/>
          </p:nvPr>
        </p:nvSpPr>
        <p:spPr>
          <a:xfrm>
            <a:off x="5983159" y="4726522"/>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52" name="Text Placeholder 14">
            <a:extLst>
              <a:ext uri="{FF2B5EF4-FFF2-40B4-BE49-F238E27FC236}">
                <a16:creationId xmlns:a16="http://schemas.microsoft.com/office/drawing/2014/main" id="{95F87D86-6041-4E3C-BB75-D69D0BE78AE5}"/>
              </a:ext>
            </a:extLst>
          </p:cNvPr>
          <p:cNvSpPr>
            <a:spLocks noGrp="1"/>
          </p:cNvSpPr>
          <p:nvPr>
            <p:ph type="body" sz="quarter" idx="26" hasCustomPrompt="1"/>
          </p:nvPr>
        </p:nvSpPr>
        <p:spPr>
          <a:xfrm>
            <a:off x="5983159" y="5239913"/>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82" name="Text Placeholder 14">
            <a:extLst>
              <a:ext uri="{FF2B5EF4-FFF2-40B4-BE49-F238E27FC236}">
                <a16:creationId xmlns:a16="http://schemas.microsoft.com/office/drawing/2014/main" id="{634E901B-B6DE-434D-897D-F1CBD4C850FF}"/>
              </a:ext>
            </a:extLst>
          </p:cNvPr>
          <p:cNvSpPr>
            <a:spLocks noGrp="1"/>
          </p:cNvSpPr>
          <p:nvPr>
            <p:ph type="body" sz="quarter" idx="31" hasCustomPrompt="1"/>
          </p:nvPr>
        </p:nvSpPr>
        <p:spPr>
          <a:xfrm>
            <a:off x="5983158" y="5757105"/>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40" name="Text Placeholder 10">
            <a:extLst>
              <a:ext uri="{FF2B5EF4-FFF2-40B4-BE49-F238E27FC236}">
                <a16:creationId xmlns:a16="http://schemas.microsoft.com/office/drawing/2014/main" id="{5E9FFDEA-766B-48BC-B5E5-F06563BF4DE9}"/>
              </a:ext>
            </a:extLst>
          </p:cNvPr>
          <p:cNvSpPr>
            <a:spLocks noGrp="1"/>
          </p:cNvSpPr>
          <p:nvPr>
            <p:ph type="body" sz="quarter" idx="25" hasCustomPrompt="1"/>
          </p:nvPr>
        </p:nvSpPr>
        <p:spPr>
          <a:xfrm>
            <a:off x="6479875" y="2829932"/>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24" name="Text Placeholder 14">
            <a:extLst>
              <a:ext uri="{FF2B5EF4-FFF2-40B4-BE49-F238E27FC236}">
                <a16:creationId xmlns:a16="http://schemas.microsoft.com/office/drawing/2014/main" id="{1205833E-1296-4429-98BC-86ED5E75B781}"/>
              </a:ext>
            </a:extLst>
          </p:cNvPr>
          <p:cNvSpPr>
            <a:spLocks noGrp="1"/>
          </p:cNvSpPr>
          <p:nvPr>
            <p:ph type="body" sz="quarter" idx="17" hasCustomPrompt="1"/>
          </p:nvPr>
        </p:nvSpPr>
        <p:spPr>
          <a:xfrm>
            <a:off x="6756287" y="5930807"/>
            <a:ext cx="680833"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25" name="Text Placeholder 14">
            <a:extLst>
              <a:ext uri="{FF2B5EF4-FFF2-40B4-BE49-F238E27FC236}">
                <a16:creationId xmlns:a16="http://schemas.microsoft.com/office/drawing/2014/main" id="{4ADE2985-788D-4E06-BD6E-2DAB0780CCC3}"/>
              </a:ext>
            </a:extLst>
          </p:cNvPr>
          <p:cNvSpPr>
            <a:spLocks noGrp="1"/>
          </p:cNvSpPr>
          <p:nvPr>
            <p:ph type="body" sz="quarter" idx="20" hasCustomPrompt="1"/>
          </p:nvPr>
        </p:nvSpPr>
        <p:spPr>
          <a:xfrm>
            <a:off x="7583623" y="5930807"/>
            <a:ext cx="717943"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26" name="Text Placeholder 14">
            <a:extLst>
              <a:ext uri="{FF2B5EF4-FFF2-40B4-BE49-F238E27FC236}">
                <a16:creationId xmlns:a16="http://schemas.microsoft.com/office/drawing/2014/main" id="{FAA1F6E3-EB96-4B94-BB57-05FD3C6316A7}"/>
              </a:ext>
            </a:extLst>
          </p:cNvPr>
          <p:cNvSpPr>
            <a:spLocks noGrp="1"/>
          </p:cNvSpPr>
          <p:nvPr>
            <p:ph type="body" sz="quarter" idx="21" hasCustomPrompt="1"/>
          </p:nvPr>
        </p:nvSpPr>
        <p:spPr>
          <a:xfrm>
            <a:off x="8418590" y="5929991"/>
            <a:ext cx="688462"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27" name="Text Placeholder 14">
            <a:extLst>
              <a:ext uri="{FF2B5EF4-FFF2-40B4-BE49-F238E27FC236}">
                <a16:creationId xmlns:a16="http://schemas.microsoft.com/office/drawing/2014/main" id="{A59FA224-FF57-40F3-9DE2-A9E5663CA40A}"/>
              </a:ext>
            </a:extLst>
          </p:cNvPr>
          <p:cNvSpPr>
            <a:spLocks noGrp="1"/>
          </p:cNvSpPr>
          <p:nvPr>
            <p:ph type="body" sz="quarter" idx="22" hasCustomPrompt="1"/>
          </p:nvPr>
        </p:nvSpPr>
        <p:spPr>
          <a:xfrm>
            <a:off x="9244388" y="5929991"/>
            <a:ext cx="680835"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sp>
        <p:nvSpPr>
          <p:cNvPr id="28" name="Text Placeholder 14">
            <a:extLst>
              <a:ext uri="{FF2B5EF4-FFF2-40B4-BE49-F238E27FC236}">
                <a16:creationId xmlns:a16="http://schemas.microsoft.com/office/drawing/2014/main" id="{B54D6B4E-0A06-4D7F-A784-E937A895E840}"/>
              </a:ext>
            </a:extLst>
          </p:cNvPr>
          <p:cNvSpPr>
            <a:spLocks noGrp="1"/>
          </p:cNvSpPr>
          <p:nvPr>
            <p:ph type="body" sz="quarter" idx="23" hasCustomPrompt="1"/>
          </p:nvPr>
        </p:nvSpPr>
        <p:spPr>
          <a:xfrm>
            <a:off x="10072728" y="5929991"/>
            <a:ext cx="717942"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Text</a:t>
            </a:r>
          </a:p>
        </p:txBody>
      </p:sp>
      <p:grpSp>
        <p:nvGrpSpPr>
          <p:cNvPr id="81" name="Group 80">
            <a:extLst>
              <a:ext uri="{FF2B5EF4-FFF2-40B4-BE49-F238E27FC236}">
                <a16:creationId xmlns:a16="http://schemas.microsoft.com/office/drawing/2014/main" id="{CBAACD0B-92AC-4BB5-B2A1-E707BF046136}"/>
              </a:ext>
              <a:ext uri="{C183D7F6-B498-43B3-948B-1728B52AA6E4}">
                <adec:decorative xmlns:adec="http://schemas.microsoft.com/office/drawing/2017/decorative" val="1"/>
              </a:ext>
            </a:extLst>
          </p:cNvPr>
          <p:cNvGrpSpPr/>
          <p:nvPr userDrawn="1"/>
        </p:nvGrpSpPr>
        <p:grpSpPr>
          <a:xfrm>
            <a:off x="6593151" y="3356785"/>
            <a:ext cx="4296522" cy="2583500"/>
            <a:chOff x="6593151" y="3356785"/>
            <a:chExt cx="4296522" cy="2583500"/>
          </a:xfrm>
        </p:grpSpPr>
        <p:cxnSp>
          <p:nvCxnSpPr>
            <p:cNvPr id="42" name="Straight Connector 41">
              <a:extLst>
                <a:ext uri="{FF2B5EF4-FFF2-40B4-BE49-F238E27FC236}">
                  <a16:creationId xmlns:a16="http://schemas.microsoft.com/office/drawing/2014/main" id="{5621DF36-2E24-4250-8EA9-A4F7384057AD}"/>
                </a:ext>
              </a:extLst>
            </p:cNvPr>
            <p:cNvCxnSpPr>
              <a:cxnSpLocks/>
            </p:cNvCxnSpPr>
            <p:nvPr userDrawn="1"/>
          </p:nvCxnSpPr>
          <p:spPr>
            <a:xfrm>
              <a:off x="6593151" y="3873977"/>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19F31A0-FCE5-444A-9B67-BAD40A29F007}"/>
                </a:ext>
              </a:extLst>
            </p:cNvPr>
            <p:cNvCxnSpPr>
              <a:cxnSpLocks/>
            </p:cNvCxnSpPr>
            <p:nvPr userDrawn="1"/>
          </p:nvCxnSpPr>
          <p:spPr>
            <a:xfrm>
              <a:off x="6593151" y="3356785"/>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2EB8C64-26D1-49F5-BA35-75904015FB38}"/>
                </a:ext>
              </a:extLst>
            </p:cNvPr>
            <p:cNvCxnSpPr>
              <a:cxnSpLocks/>
            </p:cNvCxnSpPr>
            <p:nvPr userDrawn="1"/>
          </p:nvCxnSpPr>
          <p:spPr>
            <a:xfrm>
              <a:off x="6593151" y="5940285"/>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ED0880-E9DE-43CA-BBF7-379FADCCADCC}"/>
                </a:ext>
              </a:extLst>
            </p:cNvPr>
            <p:cNvCxnSpPr>
              <a:cxnSpLocks/>
            </p:cNvCxnSpPr>
            <p:nvPr userDrawn="1"/>
          </p:nvCxnSpPr>
          <p:spPr>
            <a:xfrm>
              <a:off x="6593151" y="5417240"/>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CB90AC-2E9C-4DA6-9DE3-DC040D0710F3}"/>
                </a:ext>
              </a:extLst>
            </p:cNvPr>
            <p:cNvCxnSpPr>
              <a:cxnSpLocks/>
            </p:cNvCxnSpPr>
            <p:nvPr userDrawn="1"/>
          </p:nvCxnSpPr>
          <p:spPr>
            <a:xfrm>
              <a:off x="6593151" y="4908361"/>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D64C7F2-BB5D-48DC-9D4E-C23102C15F2E}"/>
                </a:ext>
              </a:extLst>
            </p:cNvPr>
            <p:cNvCxnSpPr>
              <a:cxnSpLocks/>
            </p:cNvCxnSpPr>
            <p:nvPr userDrawn="1"/>
          </p:nvCxnSpPr>
          <p:spPr>
            <a:xfrm>
              <a:off x="6593151" y="4393627"/>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A55D8F5-8A01-4257-9CE6-A1B977F30FF3}"/>
              </a:ext>
              <a:ext uri="{C183D7F6-B498-43B3-948B-1728B52AA6E4}">
                <adec:decorative xmlns:adec="http://schemas.microsoft.com/office/drawing/2017/decorative" val="1"/>
              </a:ext>
            </a:extLst>
          </p:cNvPr>
          <p:cNvSpPr/>
          <p:nvPr userDrawn="1"/>
        </p:nvSpPr>
        <p:spPr>
          <a:xfrm>
            <a:off x="6756287" y="5431011"/>
            <a:ext cx="680833" cy="501361"/>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0F2C8F2-9655-45C9-AEF1-0F524E90442A}"/>
              </a:ext>
              <a:ext uri="{C183D7F6-B498-43B3-948B-1728B52AA6E4}">
                <adec:decorative xmlns:adec="http://schemas.microsoft.com/office/drawing/2017/decorative" val="1"/>
              </a:ext>
            </a:extLst>
          </p:cNvPr>
          <p:cNvSpPr/>
          <p:nvPr userDrawn="1"/>
        </p:nvSpPr>
        <p:spPr>
          <a:xfrm>
            <a:off x="7586167" y="4913817"/>
            <a:ext cx="680834" cy="1018553"/>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458165E-0BB4-4621-BC5C-EB2DDE22E4AC}"/>
              </a:ext>
              <a:ext uri="{C183D7F6-B498-43B3-948B-1728B52AA6E4}">
                <adec:decorative xmlns:adec="http://schemas.microsoft.com/office/drawing/2017/decorative" val="1"/>
              </a:ext>
            </a:extLst>
          </p:cNvPr>
          <p:cNvSpPr/>
          <p:nvPr userDrawn="1"/>
        </p:nvSpPr>
        <p:spPr>
          <a:xfrm>
            <a:off x="8416048" y="4396625"/>
            <a:ext cx="680835" cy="1534931"/>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F4798AF-A852-4991-B42B-A74C23574580}"/>
              </a:ext>
              <a:ext uri="{C183D7F6-B498-43B3-948B-1728B52AA6E4}">
                <adec:decorative xmlns:adec="http://schemas.microsoft.com/office/drawing/2017/decorative" val="1"/>
              </a:ext>
            </a:extLst>
          </p:cNvPr>
          <p:cNvSpPr/>
          <p:nvPr userDrawn="1"/>
        </p:nvSpPr>
        <p:spPr>
          <a:xfrm>
            <a:off x="9244388" y="3879433"/>
            <a:ext cx="680835" cy="2052123"/>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CBCA52D7-A558-4733-BD5C-28751C99A1DB}"/>
              </a:ext>
              <a:ext uri="{C183D7F6-B498-43B3-948B-1728B52AA6E4}">
                <adec:decorative xmlns:adec="http://schemas.microsoft.com/office/drawing/2017/decorative" val="1"/>
              </a:ext>
            </a:extLst>
          </p:cNvPr>
          <p:cNvSpPr/>
          <p:nvPr userDrawn="1"/>
        </p:nvSpPr>
        <p:spPr>
          <a:xfrm>
            <a:off x="10075270" y="3362241"/>
            <a:ext cx="680836" cy="2569313"/>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5">
            <a:extLst>
              <a:ext uri="{FF2B5EF4-FFF2-40B4-BE49-F238E27FC236}">
                <a16:creationId xmlns:a16="http://schemas.microsoft.com/office/drawing/2014/main" id="{067B5EA1-9C03-415F-A792-0E81289DB3B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258AB827-653F-449B-8FE9-EC1E4F1C15B3}"/>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045230A5-30E4-4168-93C9-124C889B63F7}"/>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2422514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120" name="Graphic 119">
            <a:extLst>
              <a:ext uri="{FF2B5EF4-FFF2-40B4-BE49-F238E27FC236}">
                <a16:creationId xmlns:a16="http://schemas.microsoft.com/office/drawing/2014/main" id="{0D59F18F-5BD3-4E80-A69E-6D92DA9BB54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grpSp>
        <p:nvGrpSpPr>
          <p:cNvPr id="100" name="Group 99">
            <a:extLst>
              <a:ext uri="{FF2B5EF4-FFF2-40B4-BE49-F238E27FC236}">
                <a16:creationId xmlns:a16="http://schemas.microsoft.com/office/drawing/2014/main" id="{79CFC79B-A403-4086-AB1A-E4F1F5AC31F2}"/>
              </a:ext>
              <a:ext uri="{C183D7F6-B498-43B3-948B-1728B52AA6E4}">
                <adec:decorative xmlns:adec="http://schemas.microsoft.com/office/drawing/2017/decorative" val="1"/>
              </a:ext>
            </a:extLst>
          </p:cNvPr>
          <p:cNvGrpSpPr/>
          <p:nvPr userDrawn="1"/>
        </p:nvGrpSpPr>
        <p:grpSpPr>
          <a:xfrm>
            <a:off x="2010137" y="2689356"/>
            <a:ext cx="8510121" cy="0"/>
            <a:chOff x="1504814" y="2488864"/>
            <a:chExt cx="8510121" cy="0"/>
          </a:xfrm>
        </p:grpSpPr>
        <p:cxnSp>
          <p:nvCxnSpPr>
            <p:cNvPr id="79" name="Straight Connector 78">
              <a:extLst>
                <a:ext uri="{FF2B5EF4-FFF2-40B4-BE49-F238E27FC236}">
                  <a16:creationId xmlns:a16="http://schemas.microsoft.com/office/drawing/2014/main" id="{3993C126-30E8-42C9-97ED-B7968CE61D87}"/>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10C08B4-5A67-4383-9733-CF6DCA952D8F}"/>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736A6D3-72B8-4ADD-83D7-F905F1EB82FE}"/>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C048AE4-D798-4F1B-874C-F9044ECC8603}"/>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24A7533-05E8-464C-81E3-83136E632AF6}"/>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14E820A-336F-43A8-AB0D-875A28FB90F6}"/>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D557188-FB50-4CF1-85AD-28747D97DC45}"/>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AF23435-A9FF-4958-AAD2-BC57F32090C1}"/>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B538E04-AA2E-459F-8D6B-7272BF9117A5}"/>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79A5921-876C-47AA-BF02-FADD423D79B7}"/>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B30A0A8-B885-4ACC-A172-7A4408F0C0BC}"/>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3B7C7B2-16AE-4434-A8AD-0977BCB9459A}"/>
              </a:ext>
            </a:extLst>
          </p:cNvPr>
          <p:cNvSpPr>
            <a:spLocks noGrp="1"/>
          </p:cNvSpPr>
          <p:nvPr>
            <p:ph type="title" hasCustomPrompt="1"/>
          </p:nvPr>
        </p:nvSpPr>
        <p:spPr>
          <a:xfrm>
            <a:off x="681698" y="512299"/>
            <a:ext cx="10515600" cy="72738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21" name="Text Placeholder 14">
            <a:extLst>
              <a:ext uri="{FF2B5EF4-FFF2-40B4-BE49-F238E27FC236}">
                <a16:creationId xmlns:a16="http://schemas.microsoft.com/office/drawing/2014/main" id="{53B0593C-E961-4FCF-8FFD-E10C0FD17BBF}"/>
              </a:ext>
            </a:extLst>
          </p:cNvPr>
          <p:cNvSpPr>
            <a:spLocks noGrp="1"/>
          </p:cNvSpPr>
          <p:nvPr>
            <p:ph type="body" sz="quarter" idx="43" hasCustomPrompt="1"/>
          </p:nvPr>
        </p:nvSpPr>
        <p:spPr>
          <a:xfrm>
            <a:off x="199242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2" name="Text Placeholder 14">
            <a:extLst>
              <a:ext uri="{FF2B5EF4-FFF2-40B4-BE49-F238E27FC236}">
                <a16:creationId xmlns:a16="http://schemas.microsoft.com/office/drawing/2014/main" id="{82A98F85-0B8A-4F76-813C-C9E7A0AD8804}"/>
              </a:ext>
            </a:extLst>
          </p:cNvPr>
          <p:cNvSpPr>
            <a:spLocks noGrp="1"/>
          </p:cNvSpPr>
          <p:nvPr>
            <p:ph type="body" sz="quarter" idx="44" hasCustomPrompt="1"/>
          </p:nvPr>
        </p:nvSpPr>
        <p:spPr>
          <a:xfrm>
            <a:off x="4360668"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3" name="Text Placeholder 14">
            <a:extLst>
              <a:ext uri="{FF2B5EF4-FFF2-40B4-BE49-F238E27FC236}">
                <a16:creationId xmlns:a16="http://schemas.microsoft.com/office/drawing/2014/main" id="{0E645547-1191-4919-804B-D1DC905F3680}"/>
              </a:ext>
            </a:extLst>
          </p:cNvPr>
          <p:cNvSpPr>
            <a:spLocks noGrp="1"/>
          </p:cNvSpPr>
          <p:nvPr>
            <p:ph type="body" sz="quarter" idx="45" hasCustomPrompt="1"/>
          </p:nvPr>
        </p:nvSpPr>
        <p:spPr>
          <a:xfrm>
            <a:off x="830774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3" name="Text Placeholder 14">
            <a:extLst>
              <a:ext uri="{FF2B5EF4-FFF2-40B4-BE49-F238E27FC236}">
                <a16:creationId xmlns:a16="http://schemas.microsoft.com/office/drawing/2014/main" id="{70437561-3145-4AA5-B5BF-FC2748828C08}"/>
              </a:ext>
            </a:extLst>
          </p:cNvPr>
          <p:cNvSpPr>
            <a:spLocks noGrp="1"/>
          </p:cNvSpPr>
          <p:nvPr>
            <p:ph type="body" sz="quarter" idx="41" hasCustomPrompt="1"/>
          </p:nvPr>
        </p:nvSpPr>
        <p:spPr>
          <a:xfrm>
            <a:off x="505322" y="2436036"/>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42" name="Text Placeholder 14">
            <a:extLst>
              <a:ext uri="{FF2B5EF4-FFF2-40B4-BE49-F238E27FC236}">
                <a16:creationId xmlns:a16="http://schemas.microsoft.com/office/drawing/2014/main" id="{25924F20-2A98-40F8-8A1C-BF4BCDC2E915}"/>
              </a:ext>
            </a:extLst>
          </p:cNvPr>
          <p:cNvSpPr>
            <a:spLocks noGrp="1"/>
          </p:cNvSpPr>
          <p:nvPr>
            <p:ph type="body" sz="quarter" idx="17" hasCustomPrompt="1"/>
          </p:nvPr>
        </p:nvSpPr>
        <p:spPr>
          <a:xfrm>
            <a:off x="167540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DFA884F6-1E9E-4CB8-B4C3-3699E85DC2F4}"/>
              </a:ext>
            </a:extLst>
          </p:cNvPr>
          <p:cNvSpPr>
            <a:spLocks noGrp="1"/>
          </p:cNvSpPr>
          <p:nvPr>
            <p:ph type="body" sz="quarter" idx="18" hasCustomPrompt="1"/>
          </p:nvPr>
        </p:nvSpPr>
        <p:spPr>
          <a:xfrm>
            <a:off x="246481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4" name="Text Placeholder 14">
            <a:extLst>
              <a:ext uri="{FF2B5EF4-FFF2-40B4-BE49-F238E27FC236}">
                <a16:creationId xmlns:a16="http://schemas.microsoft.com/office/drawing/2014/main" id="{7C52539B-C569-4941-87E7-C3EFCFA1B401}"/>
              </a:ext>
            </a:extLst>
          </p:cNvPr>
          <p:cNvSpPr>
            <a:spLocks noGrp="1"/>
          </p:cNvSpPr>
          <p:nvPr>
            <p:ph type="body" sz="quarter" idx="19" hasCustomPrompt="1"/>
          </p:nvPr>
        </p:nvSpPr>
        <p:spPr>
          <a:xfrm>
            <a:off x="325423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5" name="Text Placeholder 14">
            <a:extLst>
              <a:ext uri="{FF2B5EF4-FFF2-40B4-BE49-F238E27FC236}">
                <a16:creationId xmlns:a16="http://schemas.microsoft.com/office/drawing/2014/main" id="{9B18D372-BEFC-4475-B0A5-A798E6CFD62B}"/>
              </a:ext>
            </a:extLst>
          </p:cNvPr>
          <p:cNvSpPr>
            <a:spLocks noGrp="1"/>
          </p:cNvSpPr>
          <p:nvPr>
            <p:ph type="body" sz="quarter" idx="20" hasCustomPrompt="1"/>
          </p:nvPr>
        </p:nvSpPr>
        <p:spPr>
          <a:xfrm>
            <a:off x="404364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6" name="Text Placeholder 14">
            <a:extLst>
              <a:ext uri="{FF2B5EF4-FFF2-40B4-BE49-F238E27FC236}">
                <a16:creationId xmlns:a16="http://schemas.microsoft.com/office/drawing/2014/main" id="{19FE16DC-63F2-4A3D-A743-C8480AE391F6}"/>
              </a:ext>
            </a:extLst>
          </p:cNvPr>
          <p:cNvSpPr>
            <a:spLocks noGrp="1"/>
          </p:cNvSpPr>
          <p:nvPr>
            <p:ph type="body" sz="quarter" idx="21" hasCustomPrompt="1"/>
          </p:nvPr>
        </p:nvSpPr>
        <p:spPr>
          <a:xfrm>
            <a:off x="483306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7" name="Text Placeholder 14">
            <a:extLst>
              <a:ext uri="{FF2B5EF4-FFF2-40B4-BE49-F238E27FC236}">
                <a16:creationId xmlns:a16="http://schemas.microsoft.com/office/drawing/2014/main" id="{23422F26-58EB-43A7-A33C-2ADBC2320CFB}"/>
              </a:ext>
            </a:extLst>
          </p:cNvPr>
          <p:cNvSpPr>
            <a:spLocks noGrp="1"/>
          </p:cNvSpPr>
          <p:nvPr>
            <p:ph type="body" sz="quarter" idx="22" hasCustomPrompt="1"/>
          </p:nvPr>
        </p:nvSpPr>
        <p:spPr>
          <a:xfrm>
            <a:off x="562247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8" name="Text Placeholder 14">
            <a:extLst>
              <a:ext uri="{FF2B5EF4-FFF2-40B4-BE49-F238E27FC236}">
                <a16:creationId xmlns:a16="http://schemas.microsoft.com/office/drawing/2014/main" id="{D9B50A50-093B-4DCA-929F-AF8AB169A473}"/>
              </a:ext>
            </a:extLst>
          </p:cNvPr>
          <p:cNvSpPr>
            <a:spLocks noGrp="1"/>
          </p:cNvSpPr>
          <p:nvPr>
            <p:ph type="body" sz="quarter" idx="23" hasCustomPrompt="1"/>
          </p:nvPr>
        </p:nvSpPr>
        <p:spPr>
          <a:xfrm>
            <a:off x="641189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9" name="Text Placeholder 14">
            <a:extLst>
              <a:ext uri="{FF2B5EF4-FFF2-40B4-BE49-F238E27FC236}">
                <a16:creationId xmlns:a16="http://schemas.microsoft.com/office/drawing/2014/main" id="{A60753DF-99A3-4BAF-AA47-4AD0BEAEAEDD}"/>
              </a:ext>
            </a:extLst>
          </p:cNvPr>
          <p:cNvSpPr>
            <a:spLocks noGrp="1"/>
          </p:cNvSpPr>
          <p:nvPr>
            <p:ph type="body" sz="quarter" idx="24" hasCustomPrompt="1"/>
          </p:nvPr>
        </p:nvSpPr>
        <p:spPr>
          <a:xfrm>
            <a:off x="720130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0" name="Text Placeholder 14">
            <a:extLst>
              <a:ext uri="{FF2B5EF4-FFF2-40B4-BE49-F238E27FC236}">
                <a16:creationId xmlns:a16="http://schemas.microsoft.com/office/drawing/2014/main" id="{470DC77E-070B-46BC-B95C-A323D9EEC9D5}"/>
              </a:ext>
            </a:extLst>
          </p:cNvPr>
          <p:cNvSpPr>
            <a:spLocks noGrp="1"/>
          </p:cNvSpPr>
          <p:nvPr>
            <p:ph type="body" sz="quarter" idx="25" hasCustomPrompt="1"/>
          </p:nvPr>
        </p:nvSpPr>
        <p:spPr>
          <a:xfrm>
            <a:off x="799072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1" name="Text Placeholder 14">
            <a:extLst>
              <a:ext uri="{FF2B5EF4-FFF2-40B4-BE49-F238E27FC236}">
                <a16:creationId xmlns:a16="http://schemas.microsoft.com/office/drawing/2014/main" id="{E7D1C36D-258C-4B31-95BB-6C0127AEEACB}"/>
              </a:ext>
            </a:extLst>
          </p:cNvPr>
          <p:cNvSpPr>
            <a:spLocks noGrp="1"/>
          </p:cNvSpPr>
          <p:nvPr>
            <p:ph type="body" sz="quarter" idx="26" hasCustomPrompt="1"/>
          </p:nvPr>
        </p:nvSpPr>
        <p:spPr>
          <a:xfrm>
            <a:off x="878013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2" name="Text Placeholder 14">
            <a:extLst>
              <a:ext uri="{FF2B5EF4-FFF2-40B4-BE49-F238E27FC236}">
                <a16:creationId xmlns:a16="http://schemas.microsoft.com/office/drawing/2014/main" id="{214A7064-793B-4F30-9A33-42069EF60489}"/>
              </a:ext>
            </a:extLst>
          </p:cNvPr>
          <p:cNvSpPr>
            <a:spLocks noGrp="1"/>
          </p:cNvSpPr>
          <p:nvPr>
            <p:ph type="body" sz="quarter" idx="27" hasCustomPrompt="1"/>
          </p:nvPr>
        </p:nvSpPr>
        <p:spPr>
          <a:xfrm>
            <a:off x="956955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3" name="Text Placeholder 14">
            <a:extLst>
              <a:ext uri="{FF2B5EF4-FFF2-40B4-BE49-F238E27FC236}">
                <a16:creationId xmlns:a16="http://schemas.microsoft.com/office/drawing/2014/main" id="{5868F5A5-3ED0-4C78-A557-F4B94B123D9B}"/>
              </a:ext>
            </a:extLst>
          </p:cNvPr>
          <p:cNvSpPr>
            <a:spLocks noGrp="1"/>
          </p:cNvSpPr>
          <p:nvPr>
            <p:ph type="body" sz="quarter" idx="28" hasCustomPrompt="1"/>
          </p:nvPr>
        </p:nvSpPr>
        <p:spPr>
          <a:xfrm>
            <a:off x="10358963"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4" name="Text Placeholder 14">
            <a:extLst>
              <a:ext uri="{FF2B5EF4-FFF2-40B4-BE49-F238E27FC236}">
                <a16:creationId xmlns:a16="http://schemas.microsoft.com/office/drawing/2014/main" id="{A727AB6E-B8DB-4DE5-BF92-3EDCA58B0CD4}"/>
              </a:ext>
            </a:extLst>
          </p:cNvPr>
          <p:cNvSpPr>
            <a:spLocks noGrp="1"/>
          </p:cNvSpPr>
          <p:nvPr>
            <p:ph type="body" sz="quarter" idx="46" hasCustomPrompt="1"/>
          </p:nvPr>
        </p:nvSpPr>
        <p:spPr>
          <a:xfrm>
            <a:off x="199242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5" name="Text Placeholder 14">
            <a:extLst>
              <a:ext uri="{FF2B5EF4-FFF2-40B4-BE49-F238E27FC236}">
                <a16:creationId xmlns:a16="http://schemas.microsoft.com/office/drawing/2014/main" id="{9E6A60C5-3054-4500-AE04-5766330FED67}"/>
              </a:ext>
            </a:extLst>
          </p:cNvPr>
          <p:cNvSpPr>
            <a:spLocks noGrp="1"/>
          </p:cNvSpPr>
          <p:nvPr>
            <p:ph type="body" sz="quarter" idx="47" hasCustomPrompt="1"/>
          </p:nvPr>
        </p:nvSpPr>
        <p:spPr>
          <a:xfrm>
            <a:off x="5939498" y="3563114"/>
            <a:ext cx="1440088" cy="586248"/>
          </a:xfrm>
          <a:prstGeom prst="rect">
            <a:avLst/>
          </a:prstGeom>
        </p:spPr>
        <p:txBody>
          <a:bodyPr anchor="ctr"/>
          <a:lstStyle>
            <a:lvl1pPr marL="0" indent="0" algn="ctr">
              <a:lnSpc>
                <a:spcPct val="100000"/>
              </a:lnSpc>
              <a:spcBef>
                <a:spcPts val="0"/>
              </a:spcBef>
              <a:buNone/>
              <a:defRPr sz="1400" b="1" cap="none" spc="0" baseline="0">
                <a:solidFill>
                  <a:schemeClr val="accent6"/>
                </a:solidFill>
                <a:latin typeface="+mn-lt"/>
              </a:defRPr>
            </a:lvl1pPr>
          </a:lstStyle>
          <a:p>
            <a:pPr lvl="0"/>
            <a:r>
              <a:rPr lang="en-US" dirty="0"/>
              <a:t>Click to add text</a:t>
            </a:r>
          </a:p>
        </p:txBody>
      </p:sp>
      <p:sp>
        <p:nvSpPr>
          <p:cNvPr id="126" name="Text Placeholder 14">
            <a:extLst>
              <a:ext uri="{FF2B5EF4-FFF2-40B4-BE49-F238E27FC236}">
                <a16:creationId xmlns:a16="http://schemas.microsoft.com/office/drawing/2014/main" id="{3984C0A5-C9AE-4249-8578-A0909B41B459}"/>
              </a:ext>
            </a:extLst>
          </p:cNvPr>
          <p:cNvSpPr>
            <a:spLocks noGrp="1"/>
          </p:cNvSpPr>
          <p:nvPr>
            <p:ph type="body" sz="quarter" idx="48" hasCustomPrompt="1"/>
          </p:nvPr>
        </p:nvSpPr>
        <p:spPr>
          <a:xfrm>
            <a:off x="988657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4" name="Text Placeholder 14">
            <a:extLst>
              <a:ext uri="{FF2B5EF4-FFF2-40B4-BE49-F238E27FC236}">
                <a16:creationId xmlns:a16="http://schemas.microsoft.com/office/drawing/2014/main" id="{4C9A8467-48EB-4C64-8A54-0526649B91A3}"/>
              </a:ext>
            </a:extLst>
          </p:cNvPr>
          <p:cNvSpPr>
            <a:spLocks noGrp="1"/>
          </p:cNvSpPr>
          <p:nvPr>
            <p:ph type="body" sz="quarter" idx="42" hasCustomPrompt="1"/>
          </p:nvPr>
        </p:nvSpPr>
        <p:spPr>
          <a:xfrm>
            <a:off x="505322" y="4134112"/>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66" name="Text Placeholder 14">
            <a:extLst>
              <a:ext uri="{FF2B5EF4-FFF2-40B4-BE49-F238E27FC236}">
                <a16:creationId xmlns:a16="http://schemas.microsoft.com/office/drawing/2014/main" id="{11C267AB-B4C6-4059-B2A8-DCF715B29ECE}"/>
              </a:ext>
            </a:extLst>
          </p:cNvPr>
          <p:cNvSpPr>
            <a:spLocks noGrp="1"/>
          </p:cNvSpPr>
          <p:nvPr>
            <p:ph type="body" sz="quarter" idx="29" hasCustomPrompt="1"/>
          </p:nvPr>
        </p:nvSpPr>
        <p:spPr>
          <a:xfrm>
            <a:off x="167540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3BF85ABF-DD16-49D4-9DD2-C35A92EAFE3A}"/>
              </a:ext>
            </a:extLst>
          </p:cNvPr>
          <p:cNvSpPr>
            <a:spLocks noGrp="1"/>
          </p:cNvSpPr>
          <p:nvPr>
            <p:ph type="body" sz="quarter" idx="30" hasCustomPrompt="1"/>
          </p:nvPr>
        </p:nvSpPr>
        <p:spPr>
          <a:xfrm>
            <a:off x="246481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8" name="Text Placeholder 14">
            <a:extLst>
              <a:ext uri="{FF2B5EF4-FFF2-40B4-BE49-F238E27FC236}">
                <a16:creationId xmlns:a16="http://schemas.microsoft.com/office/drawing/2014/main" id="{997C6187-BB2F-413C-AC7B-BBAA249AFD0A}"/>
              </a:ext>
            </a:extLst>
          </p:cNvPr>
          <p:cNvSpPr>
            <a:spLocks noGrp="1"/>
          </p:cNvSpPr>
          <p:nvPr>
            <p:ph type="body" sz="quarter" idx="31" hasCustomPrompt="1"/>
          </p:nvPr>
        </p:nvSpPr>
        <p:spPr>
          <a:xfrm>
            <a:off x="325423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9" name="Text Placeholder 14">
            <a:extLst>
              <a:ext uri="{FF2B5EF4-FFF2-40B4-BE49-F238E27FC236}">
                <a16:creationId xmlns:a16="http://schemas.microsoft.com/office/drawing/2014/main" id="{96C1DC7A-93B1-4894-AD2D-AC636AC3DABF}"/>
              </a:ext>
            </a:extLst>
          </p:cNvPr>
          <p:cNvSpPr>
            <a:spLocks noGrp="1"/>
          </p:cNvSpPr>
          <p:nvPr>
            <p:ph type="body" sz="quarter" idx="32" hasCustomPrompt="1"/>
          </p:nvPr>
        </p:nvSpPr>
        <p:spPr>
          <a:xfrm>
            <a:off x="404364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0" name="Text Placeholder 14">
            <a:extLst>
              <a:ext uri="{FF2B5EF4-FFF2-40B4-BE49-F238E27FC236}">
                <a16:creationId xmlns:a16="http://schemas.microsoft.com/office/drawing/2014/main" id="{872C35DC-A640-4C27-A87F-380E7440F3F2}"/>
              </a:ext>
            </a:extLst>
          </p:cNvPr>
          <p:cNvSpPr>
            <a:spLocks noGrp="1"/>
          </p:cNvSpPr>
          <p:nvPr>
            <p:ph type="body" sz="quarter" idx="33" hasCustomPrompt="1"/>
          </p:nvPr>
        </p:nvSpPr>
        <p:spPr>
          <a:xfrm>
            <a:off x="483306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1" name="Text Placeholder 14">
            <a:extLst>
              <a:ext uri="{FF2B5EF4-FFF2-40B4-BE49-F238E27FC236}">
                <a16:creationId xmlns:a16="http://schemas.microsoft.com/office/drawing/2014/main" id="{02969206-EA35-4C29-B0EB-3FF5636A8AB9}"/>
              </a:ext>
            </a:extLst>
          </p:cNvPr>
          <p:cNvSpPr>
            <a:spLocks noGrp="1"/>
          </p:cNvSpPr>
          <p:nvPr>
            <p:ph type="body" sz="quarter" idx="34" hasCustomPrompt="1"/>
          </p:nvPr>
        </p:nvSpPr>
        <p:spPr>
          <a:xfrm>
            <a:off x="562247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2" name="Text Placeholder 14">
            <a:extLst>
              <a:ext uri="{FF2B5EF4-FFF2-40B4-BE49-F238E27FC236}">
                <a16:creationId xmlns:a16="http://schemas.microsoft.com/office/drawing/2014/main" id="{79B642F3-327B-4AF1-85D8-5BE8BA286A17}"/>
              </a:ext>
            </a:extLst>
          </p:cNvPr>
          <p:cNvSpPr>
            <a:spLocks noGrp="1"/>
          </p:cNvSpPr>
          <p:nvPr>
            <p:ph type="body" sz="quarter" idx="35" hasCustomPrompt="1"/>
          </p:nvPr>
        </p:nvSpPr>
        <p:spPr>
          <a:xfrm>
            <a:off x="641189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3" name="Text Placeholder 14">
            <a:extLst>
              <a:ext uri="{FF2B5EF4-FFF2-40B4-BE49-F238E27FC236}">
                <a16:creationId xmlns:a16="http://schemas.microsoft.com/office/drawing/2014/main" id="{0D45BD78-6B19-4D6A-A164-2017ABC78369}"/>
              </a:ext>
            </a:extLst>
          </p:cNvPr>
          <p:cNvSpPr>
            <a:spLocks noGrp="1"/>
          </p:cNvSpPr>
          <p:nvPr>
            <p:ph type="body" sz="quarter" idx="36" hasCustomPrompt="1"/>
          </p:nvPr>
        </p:nvSpPr>
        <p:spPr>
          <a:xfrm>
            <a:off x="720130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4" name="Text Placeholder 14">
            <a:extLst>
              <a:ext uri="{FF2B5EF4-FFF2-40B4-BE49-F238E27FC236}">
                <a16:creationId xmlns:a16="http://schemas.microsoft.com/office/drawing/2014/main" id="{494676D6-C880-49A1-B83E-2D632934D666}"/>
              </a:ext>
            </a:extLst>
          </p:cNvPr>
          <p:cNvSpPr>
            <a:spLocks noGrp="1"/>
          </p:cNvSpPr>
          <p:nvPr>
            <p:ph type="body" sz="quarter" idx="37" hasCustomPrompt="1"/>
          </p:nvPr>
        </p:nvSpPr>
        <p:spPr>
          <a:xfrm>
            <a:off x="799072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5" name="Text Placeholder 14">
            <a:extLst>
              <a:ext uri="{FF2B5EF4-FFF2-40B4-BE49-F238E27FC236}">
                <a16:creationId xmlns:a16="http://schemas.microsoft.com/office/drawing/2014/main" id="{0C07048D-5DEB-4348-8A16-DB77BE49097C}"/>
              </a:ext>
            </a:extLst>
          </p:cNvPr>
          <p:cNvSpPr>
            <a:spLocks noGrp="1"/>
          </p:cNvSpPr>
          <p:nvPr>
            <p:ph type="body" sz="quarter" idx="38" hasCustomPrompt="1"/>
          </p:nvPr>
        </p:nvSpPr>
        <p:spPr>
          <a:xfrm>
            <a:off x="878013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6" name="Text Placeholder 14">
            <a:extLst>
              <a:ext uri="{FF2B5EF4-FFF2-40B4-BE49-F238E27FC236}">
                <a16:creationId xmlns:a16="http://schemas.microsoft.com/office/drawing/2014/main" id="{DCED3D6A-EF8C-4F42-B23B-30ED2C33EAB6}"/>
              </a:ext>
            </a:extLst>
          </p:cNvPr>
          <p:cNvSpPr>
            <a:spLocks noGrp="1"/>
          </p:cNvSpPr>
          <p:nvPr>
            <p:ph type="body" sz="quarter" idx="39" hasCustomPrompt="1"/>
          </p:nvPr>
        </p:nvSpPr>
        <p:spPr>
          <a:xfrm>
            <a:off x="956955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7" name="Text Placeholder 14">
            <a:extLst>
              <a:ext uri="{FF2B5EF4-FFF2-40B4-BE49-F238E27FC236}">
                <a16:creationId xmlns:a16="http://schemas.microsoft.com/office/drawing/2014/main" id="{E966B469-8508-4732-8A0A-58429BD0E7BE}"/>
              </a:ext>
            </a:extLst>
          </p:cNvPr>
          <p:cNvSpPr>
            <a:spLocks noGrp="1"/>
          </p:cNvSpPr>
          <p:nvPr>
            <p:ph type="body" sz="quarter" idx="40" hasCustomPrompt="1"/>
          </p:nvPr>
        </p:nvSpPr>
        <p:spPr>
          <a:xfrm>
            <a:off x="10358963"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grpSp>
        <p:nvGrpSpPr>
          <p:cNvPr id="101" name="Group 100">
            <a:extLst>
              <a:ext uri="{FF2B5EF4-FFF2-40B4-BE49-F238E27FC236}">
                <a16:creationId xmlns:a16="http://schemas.microsoft.com/office/drawing/2014/main" id="{97A40874-7B89-4A5D-9562-21D6994C3946}"/>
              </a:ext>
              <a:ext uri="{C183D7F6-B498-43B3-948B-1728B52AA6E4}">
                <adec:decorative xmlns:adec="http://schemas.microsoft.com/office/drawing/2017/decorative" val="1"/>
              </a:ext>
            </a:extLst>
          </p:cNvPr>
          <p:cNvGrpSpPr/>
          <p:nvPr userDrawn="1"/>
        </p:nvGrpSpPr>
        <p:grpSpPr>
          <a:xfrm>
            <a:off x="2010137" y="4391183"/>
            <a:ext cx="8510121" cy="0"/>
            <a:chOff x="1504814" y="2488864"/>
            <a:chExt cx="8510121" cy="0"/>
          </a:xfrm>
        </p:grpSpPr>
        <p:cxnSp>
          <p:nvCxnSpPr>
            <p:cNvPr id="102" name="Straight Connector 101">
              <a:extLst>
                <a:ext uri="{FF2B5EF4-FFF2-40B4-BE49-F238E27FC236}">
                  <a16:creationId xmlns:a16="http://schemas.microsoft.com/office/drawing/2014/main" id="{32860379-5BA3-4D4F-BAC0-C7783F7552D4}"/>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F221EBE-F43A-48CE-8E3D-D0777E2424C4}"/>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70DFAA8-4E1B-45F7-B640-2C00AAC65BA3}"/>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67A42DA-2625-4CA8-AEC6-2FBCF01A9278}"/>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9B3F7FF-9011-4E3D-9DA2-C144F9B7A5EB}"/>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EEA406-B4BE-4A22-9879-A86700556BEA}"/>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F5190B-A9FA-4925-81A3-8AF19F70933F}"/>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93F58E8B-B6D9-46C2-95B1-755AD7B02890}"/>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BED819-4195-456A-8507-0CC09BDCFEDE}"/>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3541D3E-8275-4522-81E7-C83B829D83C1}"/>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CD34DF1-D500-4560-A303-92050A81120A}"/>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Footer Placeholder 15">
            <a:extLst>
              <a:ext uri="{FF2B5EF4-FFF2-40B4-BE49-F238E27FC236}">
                <a16:creationId xmlns:a16="http://schemas.microsoft.com/office/drawing/2014/main" id="{47D7FFC8-D319-4F8D-9F95-39BB21C0EEF6}"/>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8DDD48EC-9DE8-4C43-881A-2597A1DDE27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650B4D37-2FE8-4F27-8951-CF9D947DBAC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169154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ADA1982-C216-4747-ACCC-39BC3F50B10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FCD2AA7-E8A5-43C8-A284-AB4951189DBB}"/>
              </a:ext>
            </a:extLst>
          </p:cNvPr>
          <p:cNvSpPr>
            <a:spLocks noGrp="1"/>
          </p:cNvSpPr>
          <p:nvPr>
            <p:ph type="title" hasCustomPrompt="1"/>
          </p:nvPr>
        </p:nvSpPr>
        <p:spPr>
          <a:xfrm>
            <a:off x="692949" y="527542"/>
            <a:ext cx="6922876" cy="687834"/>
          </a:xfrm>
          <a:prstGeom prst="rect">
            <a:avLst/>
          </a:prstGeom>
        </p:spPr>
        <p:txBody>
          <a:bodyPr/>
          <a:lstStyle>
            <a:lvl1pPr>
              <a:defRPr sz="2800" cap="all" spc="40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D1D681FF-F6BE-41D5-AE6C-B4110384B0F4}"/>
              </a:ext>
            </a:extLst>
          </p:cNvPr>
          <p:cNvSpPr>
            <a:spLocks noGrp="1"/>
          </p:cNvSpPr>
          <p:nvPr>
            <p:ph sz="quarter" idx="10"/>
          </p:nvPr>
        </p:nvSpPr>
        <p:spPr>
          <a:xfrm>
            <a:off x="693738" y="1128713"/>
            <a:ext cx="7654925" cy="506888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5">
            <a:extLst>
              <a:ext uri="{FF2B5EF4-FFF2-40B4-BE49-F238E27FC236}">
                <a16:creationId xmlns:a16="http://schemas.microsoft.com/office/drawing/2014/main" id="{A60E8AF0-85D7-4035-8301-57B3B4977F94}"/>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481785BD-DC42-4BBE-8C62-BCE6F0EA47B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E7886D57-8CCD-43A4-AA49-E96D2EE3EB8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103679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F8B9974-85ED-46AA-8617-AC54C847B6B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EB6F28C4-DD1C-4E63-87E8-D76D85414CE0}"/>
              </a:ext>
            </a:extLst>
          </p:cNvPr>
          <p:cNvSpPr>
            <a:spLocks noGrp="1"/>
          </p:cNvSpPr>
          <p:nvPr>
            <p:ph type="title" hasCustomPrompt="1"/>
          </p:nvPr>
        </p:nvSpPr>
        <p:spPr>
          <a:xfrm>
            <a:off x="655858" y="2377440"/>
            <a:ext cx="1939480" cy="2115505"/>
          </a:xfrm>
          <a:prstGeom prst="rect">
            <a:avLst/>
          </a:prstGeom>
        </p:spPr>
        <p:txBody>
          <a:bodyPr anchor="ctr"/>
          <a:lstStyle>
            <a:lvl1pPr algn="ctr">
              <a:defRPr sz="2800" cap="all" spc="400" baseline="0">
                <a:solidFill>
                  <a:schemeClr val="bg1"/>
                </a:solidFill>
              </a:defRPr>
            </a:lvl1pPr>
          </a:lstStyle>
          <a:p>
            <a:r>
              <a:rPr lang="en-US" dirty="0"/>
              <a:t>Click to add title</a:t>
            </a:r>
          </a:p>
        </p:txBody>
      </p:sp>
      <p:sp>
        <p:nvSpPr>
          <p:cNvPr id="14" name="Picture Placeholder 9">
            <a:extLst>
              <a:ext uri="{FF2B5EF4-FFF2-40B4-BE49-F238E27FC236}">
                <a16:creationId xmlns:a16="http://schemas.microsoft.com/office/drawing/2014/main" id="{3987B23C-61B9-4A48-AD36-5E284812C449}"/>
              </a:ext>
            </a:extLst>
          </p:cNvPr>
          <p:cNvSpPr>
            <a:spLocks noGrp="1"/>
          </p:cNvSpPr>
          <p:nvPr>
            <p:ph type="pic" sz="quarter" idx="16" hasCustomPrompt="1"/>
          </p:nvPr>
        </p:nvSpPr>
        <p:spPr>
          <a:xfrm>
            <a:off x="3088220" y="2599422"/>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0" name="Picture Placeholder 9">
            <a:extLst>
              <a:ext uri="{FF2B5EF4-FFF2-40B4-BE49-F238E27FC236}">
                <a16:creationId xmlns:a16="http://schemas.microsoft.com/office/drawing/2014/main" id="{CCBD4661-3D71-432B-9308-D2D085BDDDC2}"/>
              </a:ext>
            </a:extLst>
          </p:cNvPr>
          <p:cNvSpPr>
            <a:spLocks noGrp="1"/>
          </p:cNvSpPr>
          <p:nvPr>
            <p:ph type="pic" sz="quarter" idx="15" hasCustomPrompt="1"/>
          </p:nvPr>
        </p:nvSpPr>
        <p:spPr>
          <a:xfrm>
            <a:off x="5190425"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7" name="Picture Placeholder 9">
            <a:extLst>
              <a:ext uri="{FF2B5EF4-FFF2-40B4-BE49-F238E27FC236}">
                <a16:creationId xmlns:a16="http://schemas.microsoft.com/office/drawing/2014/main" id="{F89712B5-4C74-4247-B444-43F116D582EB}"/>
              </a:ext>
            </a:extLst>
          </p:cNvPr>
          <p:cNvSpPr>
            <a:spLocks noGrp="1"/>
          </p:cNvSpPr>
          <p:nvPr>
            <p:ph type="pic" sz="quarter" idx="18" hasCustomPrompt="1"/>
          </p:nvPr>
        </p:nvSpPr>
        <p:spPr>
          <a:xfrm>
            <a:off x="7291629"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6" name="Picture Placeholder 9">
            <a:extLst>
              <a:ext uri="{FF2B5EF4-FFF2-40B4-BE49-F238E27FC236}">
                <a16:creationId xmlns:a16="http://schemas.microsoft.com/office/drawing/2014/main" id="{33EE5A9D-21AC-4735-98D7-42551FA2C58E}"/>
              </a:ext>
            </a:extLst>
          </p:cNvPr>
          <p:cNvSpPr>
            <a:spLocks noGrp="1"/>
          </p:cNvSpPr>
          <p:nvPr>
            <p:ph type="pic" sz="quarter" idx="17" hasCustomPrompt="1"/>
          </p:nvPr>
        </p:nvSpPr>
        <p:spPr>
          <a:xfrm>
            <a:off x="9387443"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8" name="Oval 17">
            <a:extLst>
              <a:ext uri="{FF2B5EF4-FFF2-40B4-BE49-F238E27FC236}">
                <a16:creationId xmlns:a16="http://schemas.microsoft.com/office/drawing/2014/main" id="{5EDBA775-4308-4BDB-B966-8167F3D04FF5}"/>
              </a:ext>
              <a:ext uri="{C183D7F6-B498-43B3-948B-1728B52AA6E4}">
                <adec:decorative xmlns:adec="http://schemas.microsoft.com/office/drawing/2017/decorative" val="1"/>
              </a:ext>
            </a:extLst>
          </p:cNvPr>
          <p:cNvSpPr/>
          <p:nvPr userDrawn="1"/>
        </p:nvSpPr>
        <p:spPr>
          <a:xfrm>
            <a:off x="2975041" y="2486242"/>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BDDB0B0-BDCD-459F-AF20-19E1A7217639}"/>
              </a:ext>
              <a:ext uri="{C183D7F6-B498-43B3-948B-1728B52AA6E4}">
                <adec:decorative xmlns:adec="http://schemas.microsoft.com/office/drawing/2017/decorative" val="1"/>
              </a:ext>
            </a:extLst>
          </p:cNvPr>
          <p:cNvSpPr/>
          <p:nvPr userDrawn="1"/>
        </p:nvSpPr>
        <p:spPr>
          <a:xfrm>
            <a:off x="5077246"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69A8E9D1-9673-42D1-A573-05CDC9EF884A}"/>
              </a:ext>
              <a:ext uri="{C183D7F6-B498-43B3-948B-1728B52AA6E4}">
                <adec:decorative xmlns:adec="http://schemas.microsoft.com/office/drawing/2017/decorative" val="1"/>
              </a:ext>
            </a:extLst>
          </p:cNvPr>
          <p:cNvSpPr/>
          <p:nvPr userDrawn="1"/>
        </p:nvSpPr>
        <p:spPr>
          <a:xfrm>
            <a:off x="7178450"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2F851C1-89A7-44A6-8617-10C435FCD396}"/>
              </a:ext>
              <a:ext uri="{C183D7F6-B498-43B3-948B-1728B52AA6E4}">
                <adec:decorative xmlns:adec="http://schemas.microsoft.com/office/drawing/2017/decorative" val="1"/>
              </a:ext>
            </a:extLst>
          </p:cNvPr>
          <p:cNvSpPr/>
          <p:nvPr userDrawn="1"/>
        </p:nvSpPr>
        <p:spPr>
          <a:xfrm>
            <a:off x="9274264"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14">
            <a:extLst>
              <a:ext uri="{FF2B5EF4-FFF2-40B4-BE49-F238E27FC236}">
                <a16:creationId xmlns:a16="http://schemas.microsoft.com/office/drawing/2014/main" id="{11C9BE46-D000-4DE5-8AD9-6BFAD927A014}"/>
              </a:ext>
            </a:extLst>
          </p:cNvPr>
          <p:cNvSpPr>
            <a:spLocks noGrp="1"/>
          </p:cNvSpPr>
          <p:nvPr>
            <p:ph type="body" sz="quarter" idx="19" hasCustomPrompt="1"/>
          </p:nvPr>
        </p:nvSpPr>
        <p:spPr>
          <a:xfrm>
            <a:off x="2796727"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6" name="Text Placeholder 14">
            <a:extLst>
              <a:ext uri="{FF2B5EF4-FFF2-40B4-BE49-F238E27FC236}">
                <a16:creationId xmlns:a16="http://schemas.microsoft.com/office/drawing/2014/main" id="{5773EC03-0830-4EAE-A7B0-38902833DC2F}"/>
              </a:ext>
            </a:extLst>
          </p:cNvPr>
          <p:cNvSpPr>
            <a:spLocks noGrp="1"/>
          </p:cNvSpPr>
          <p:nvPr>
            <p:ph type="body" sz="quarter" idx="20" hasCustomPrompt="1"/>
          </p:nvPr>
        </p:nvSpPr>
        <p:spPr>
          <a:xfrm>
            <a:off x="2896865"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27" name="Text Placeholder 14">
            <a:extLst>
              <a:ext uri="{FF2B5EF4-FFF2-40B4-BE49-F238E27FC236}">
                <a16:creationId xmlns:a16="http://schemas.microsoft.com/office/drawing/2014/main" id="{32E4889E-0745-4713-90D8-432A681AFCE4}"/>
              </a:ext>
            </a:extLst>
          </p:cNvPr>
          <p:cNvSpPr>
            <a:spLocks noGrp="1"/>
          </p:cNvSpPr>
          <p:nvPr>
            <p:ph type="body" sz="quarter" idx="21" hasCustomPrompt="1"/>
          </p:nvPr>
        </p:nvSpPr>
        <p:spPr>
          <a:xfrm>
            <a:off x="4898932"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8" name="Text Placeholder 14">
            <a:extLst>
              <a:ext uri="{FF2B5EF4-FFF2-40B4-BE49-F238E27FC236}">
                <a16:creationId xmlns:a16="http://schemas.microsoft.com/office/drawing/2014/main" id="{BFD869E7-29DA-4FEB-AB84-1C1FC3ABAE30}"/>
              </a:ext>
            </a:extLst>
          </p:cNvPr>
          <p:cNvSpPr>
            <a:spLocks noGrp="1"/>
          </p:cNvSpPr>
          <p:nvPr>
            <p:ph type="body" sz="quarter" idx="22" hasCustomPrompt="1"/>
          </p:nvPr>
        </p:nvSpPr>
        <p:spPr>
          <a:xfrm>
            <a:off x="4999070"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0" name="Text Placeholder 14">
            <a:extLst>
              <a:ext uri="{FF2B5EF4-FFF2-40B4-BE49-F238E27FC236}">
                <a16:creationId xmlns:a16="http://schemas.microsoft.com/office/drawing/2014/main" id="{9E68119B-CDCA-4341-8772-2C5BF80B4E40}"/>
              </a:ext>
            </a:extLst>
          </p:cNvPr>
          <p:cNvSpPr>
            <a:spLocks noGrp="1"/>
          </p:cNvSpPr>
          <p:nvPr>
            <p:ph type="body" sz="quarter" idx="23" hasCustomPrompt="1"/>
          </p:nvPr>
        </p:nvSpPr>
        <p:spPr>
          <a:xfrm>
            <a:off x="7000136" y="4435751"/>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1" name="Text Placeholder 14">
            <a:extLst>
              <a:ext uri="{FF2B5EF4-FFF2-40B4-BE49-F238E27FC236}">
                <a16:creationId xmlns:a16="http://schemas.microsoft.com/office/drawing/2014/main" id="{303A31BF-223A-44A5-84FD-7281FF2E4CD4}"/>
              </a:ext>
            </a:extLst>
          </p:cNvPr>
          <p:cNvSpPr>
            <a:spLocks noGrp="1"/>
          </p:cNvSpPr>
          <p:nvPr>
            <p:ph type="body" sz="quarter" idx="24" hasCustomPrompt="1"/>
          </p:nvPr>
        </p:nvSpPr>
        <p:spPr>
          <a:xfrm>
            <a:off x="7100274"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2" name="Text Placeholder 14">
            <a:extLst>
              <a:ext uri="{FF2B5EF4-FFF2-40B4-BE49-F238E27FC236}">
                <a16:creationId xmlns:a16="http://schemas.microsoft.com/office/drawing/2014/main" id="{666E1F4A-0D75-4B8E-A181-DBEB50FB1D60}"/>
              </a:ext>
            </a:extLst>
          </p:cNvPr>
          <p:cNvSpPr>
            <a:spLocks noGrp="1"/>
          </p:cNvSpPr>
          <p:nvPr>
            <p:ph type="body" sz="quarter" idx="25" hasCustomPrompt="1"/>
          </p:nvPr>
        </p:nvSpPr>
        <p:spPr>
          <a:xfrm>
            <a:off x="9095950"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3" name="Text Placeholder 14">
            <a:extLst>
              <a:ext uri="{FF2B5EF4-FFF2-40B4-BE49-F238E27FC236}">
                <a16:creationId xmlns:a16="http://schemas.microsoft.com/office/drawing/2014/main" id="{5EAE80D5-B799-4807-8F81-22C4218233DF}"/>
              </a:ext>
            </a:extLst>
          </p:cNvPr>
          <p:cNvSpPr>
            <a:spLocks noGrp="1"/>
          </p:cNvSpPr>
          <p:nvPr>
            <p:ph type="body" sz="quarter" idx="26" hasCustomPrompt="1"/>
          </p:nvPr>
        </p:nvSpPr>
        <p:spPr>
          <a:xfrm>
            <a:off x="9196088"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9" name="Footer Placeholder 15">
            <a:extLst>
              <a:ext uri="{FF2B5EF4-FFF2-40B4-BE49-F238E27FC236}">
                <a16:creationId xmlns:a16="http://schemas.microsoft.com/office/drawing/2014/main" id="{6F4437FE-F08F-4311-B53A-88E2B729B74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0" name="Slide Number Placeholder 16">
            <a:extLst>
              <a:ext uri="{FF2B5EF4-FFF2-40B4-BE49-F238E27FC236}">
                <a16:creationId xmlns:a16="http://schemas.microsoft.com/office/drawing/2014/main" id="{D0901035-50AC-4DE0-9A34-AAA61EC10E1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1" name="Date Placeholder 14">
            <a:extLst>
              <a:ext uri="{FF2B5EF4-FFF2-40B4-BE49-F238E27FC236}">
                <a16:creationId xmlns:a16="http://schemas.microsoft.com/office/drawing/2014/main" id="{5FDD3145-ADE2-4744-AF2E-9C8074C8584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4191445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A79A51B-CC7A-4B36-B457-AF32363881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0E019BE9-6149-434A-B185-EE7434112622}"/>
              </a:ext>
            </a:extLst>
          </p:cNvPr>
          <p:cNvSpPr>
            <a:spLocks noGrp="1"/>
          </p:cNvSpPr>
          <p:nvPr>
            <p:ph type="title" hasCustomPrompt="1"/>
          </p:nvPr>
        </p:nvSpPr>
        <p:spPr>
          <a:xfrm>
            <a:off x="661216" y="2375820"/>
            <a:ext cx="1939480" cy="2112264"/>
          </a:xfrm>
          <a:prstGeom prst="rect">
            <a:avLst/>
          </a:prstGeom>
        </p:spPr>
        <p:txBody>
          <a:bodyPr anchor="ctr"/>
          <a:lstStyle>
            <a:lvl1pPr algn="ctr">
              <a:lnSpc>
                <a:spcPct val="90000"/>
              </a:lnSpc>
              <a:spcBef>
                <a:spcPts val="1000"/>
              </a:spcBef>
              <a:defRPr sz="2800" cap="all" spc="400" baseline="0">
                <a:solidFill>
                  <a:schemeClr val="bg1"/>
                </a:solidFill>
              </a:defRPr>
            </a:lvl1pPr>
          </a:lstStyle>
          <a:p>
            <a:r>
              <a:rPr lang="en-US" dirty="0"/>
              <a:t>Click to add title</a:t>
            </a:r>
          </a:p>
        </p:txBody>
      </p:sp>
      <p:sp>
        <p:nvSpPr>
          <p:cNvPr id="34" name="Picture Placeholder 9">
            <a:extLst>
              <a:ext uri="{FF2B5EF4-FFF2-40B4-BE49-F238E27FC236}">
                <a16:creationId xmlns:a16="http://schemas.microsoft.com/office/drawing/2014/main" id="{18B0121B-CD0E-495B-9B36-4E88EA4A9786}"/>
              </a:ext>
              <a:ext uri="{C183D7F6-B498-43B3-948B-1728B52AA6E4}">
                <adec:decorative xmlns:adec="http://schemas.microsoft.com/office/drawing/2017/decorative" val="0"/>
              </a:ext>
            </a:extLst>
          </p:cNvPr>
          <p:cNvSpPr>
            <a:spLocks noGrp="1"/>
          </p:cNvSpPr>
          <p:nvPr>
            <p:ph type="pic" sz="quarter" idx="16" hasCustomPrompt="1"/>
          </p:nvPr>
        </p:nvSpPr>
        <p:spPr>
          <a:xfrm>
            <a:off x="3136339" y="1326925"/>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1" name="Picture Placeholder 9">
            <a:extLst>
              <a:ext uri="{FF2B5EF4-FFF2-40B4-BE49-F238E27FC236}">
                <a16:creationId xmlns:a16="http://schemas.microsoft.com/office/drawing/2014/main" id="{4508E76D-2071-4546-8DF2-405B38E2E271}"/>
              </a:ext>
            </a:extLst>
          </p:cNvPr>
          <p:cNvSpPr>
            <a:spLocks noGrp="1"/>
          </p:cNvSpPr>
          <p:nvPr>
            <p:ph type="pic" sz="quarter" idx="39" hasCustomPrompt="1"/>
          </p:nvPr>
        </p:nvSpPr>
        <p:spPr>
          <a:xfrm>
            <a:off x="5209991"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5" name="Picture Placeholder 9">
            <a:extLst>
              <a:ext uri="{FF2B5EF4-FFF2-40B4-BE49-F238E27FC236}">
                <a16:creationId xmlns:a16="http://schemas.microsoft.com/office/drawing/2014/main" id="{D319C8D5-E3A6-45C8-8A64-1C1B70C90DD1}"/>
              </a:ext>
              <a:ext uri="{C183D7F6-B498-43B3-948B-1728B52AA6E4}">
                <adec:decorative xmlns:adec="http://schemas.microsoft.com/office/drawing/2017/decorative" val="0"/>
              </a:ext>
            </a:extLst>
          </p:cNvPr>
          <p:cNvSpPr>
            <a:spLocks noGrp="1"/>
          </p:cNvSpPr>
          <p:nvPr>
            <p:ph type="pic" sz="quarter" idx="40" hasCustomPrompt="1"/>
          </p:nvPr>
        </p:nvSpPr>
        <p:spPr>
          <a:xfrm>
            <a:off x="7305041" y="133575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7" name="Picture Placeholder 9">
            <a:extLst>
              <a:ext uri="{FF2B5EF4-FFF2-40B4-BE49-F238E27FC236}">
                <a16:creationId xmlns:a16="http://schemas.microsoft.com/office/drawing/2014/main" id="{01486F31-E79E-4E60-8749-B8036B3F096A}"/>
              </a:ext>
              <a:ext uri="{C183D7F6-B498-43B3-948B-1728B52AA6E4}">
                <adec:decorative xmlns:adec="http://schemas.microsoft.com/office/drawing/2017/decorative" val="0"/>
              </a:ext>
            </a:extLst>
          </p:cNvPr>
          <p:cNvSpPr>
            <a:spLocks noGrp="1"/>
          </p:cNvSpPr>
          <p:nvPr>
            <p:ph type="pic" sz="quarter" idx="41" hasCustomPrompt="1"/>
          </p:nvPr>
        </p:nvSpPr>
        <p:spPr>
          <a:xfrm>
            <a:off x="9384248"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37" name="Oval 36">
            <a:extLst>
              <a:ext uri="{FF2B5EF4-FFF2-40B4-BE49-F238E27FC236}">
                <a16:creationId xmlns:a16="http://schemas.microsoft.com/office/drawing/2014/main" id="{8139AA92-1781-41FF-9168-9F70B1CD9FB7}"/>
              </a:ext>
              <a:ext uri="{C183D7F6-B498-43B3-948B-1728B52AA6E4}">
                <adec:decorative xmlns:adec="http://schemas.microsoft.com/office/drawing/2017/decorative" val="1"/>
              </a:ext>
            </a:extLst>
          </p:cNvPr>
          <p:cNvSpPr/>
          <p:nvPr userDrawn="1"/>
        </p:nvSpPr>
        <p:spPr>
          <a:xfrm>
            <a:off x="3031536" y="1222122"/>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 Placeholder 14">
            <a:extLst>
              <a:ext uri="{FF2B5EF4-FFF2-40B4-BE49-F238E27FC236}">
                <a16:creationId xmlns:a16="http://schemas.microsoft.com/office/drawing/2014/main" id="{5FE36F90-735E-43D7-854A-0347B805053D}"/>
              </a:ext>
            </a:extLst>
          </p:cNvPr>
          <p:cNvSpPr>
            <a:spLocks noGrp="1"/>
          </p:cNvSpPr>
          <p:nvPr>
            <p:ph type="body" sz="quarter" idx="19" hasCustomPrompt="1"/>
          </p:nvPr>
        </p:nvSpPr>
        <p:spPr>
          <a:xfrm>
            <a:off x="2796727" y="2972370"/>
            <a:ext cx="2085792" cy="274650"/>
          </a:xfrm>
          <a:prstGeom prst="rect">
            <a:avLst/>
          </a:prstGeom>
        </p:spPr>
        <p:txBody>
          <a:bodyPr/>
          <a:lstStyle>
            <a:lvl1pPr marL="0" indent="0" algn="ctr">
              <a:buNone/>
              <a:defRPr sz="1200" b="0" cap="all" spc="200" baseline="0">
                <a:solidFill>
                  <a:schemeClr val="accent6"/>
                </a:solidFill>
                <a:latin typeface="+mj-lt"/>
              </a:defRPr>
            </a:lvl1pPr>
          </a:lstStyle>
          <a:p>
            <a:pPr lvl="0"/>
            <a:r>
              <a:rPr lang="en-US" dirty="0"/>
              <a:t>Add Name</a:t>
            </a:r>
          </a:p>
        </p:txBody>
      </p:sp>
      <p:sp>
        <p:nvSpPr>
          <p:cNvPr id="42" name="Text Placeholder 14">
            <a:extLst>
              <a:ext uri="{FF2B5EF4-FFF2-40B4-BE49-F238E27FC236}">
                <a16:creationId xmlns:a16="http://schemas.microsoft.com/office/drawing/2014/main" id="{2D0125FE-7543-4B0C-8C50-D4F2949EE8A0}"/>
              </a:ext>
            </a:extLst>
          </p:cNvPr>
          <p:cNvSpPr>
            <a:spLocks noGrp="1"/>
          </p:cNvSpPr>
          <p:nvPr>
            <p:ph type="body" sz="quarter" idx="20" hasCustomPrompt="1"/>
          </p:nvPr>
        </p:nvSpPr>
        <p:spPr>
          <a:xfrm>
            <a:off x="2896865"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3" name="Text Placeholder 14">
            <a:extLst>
              <a:ext uri="{FF2B5EF4-FFF2-40B4-BE49-F238E27FC236}">
                <a16:creationId xmlns:a16="http://schemas.microsoft.com/office/drawing/2014/main" id="{839FFFF4-4A0D-40BD-B34D-CD03D03FBEC4}"/>
              </a:ext>
            </a:extLst>
          </p:cNvPr>
          <p:cNvSpPr>
            <a:spLocks noGrp="1"/>
          </p:cNvSpPr>
          <p:nvPr>
            <p:ph type="body" sz="quarter" idx="21" hasCustomPrompt="1"/>
          </p:nvPr>
        </p:nvSpPr>
        <p:spPr>
          <a:xfrm>
            <a:off x="4898932"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4" name="Text Placeholder 14">
            <a:extLst>
              <a:ext uri="{FF2B5EF4-FFF2-40B4-BE49-F238E27FC236}">
                <a16:creationId xmlns:a16="http://schemas.microsoft.com/office/drawing/2014/main" id="{2697A53A-8491-4753-901E-02236DC0D5C4}"/>
              </a:ext>
            </a:extLst>
          </p:cNvPr>
          <p:cNvSpPr>
            <a:spLocks noGrp="1"/>
          </p:cNvSpPr>
          <p:nvPr>
            <p:ph type="body" sz="quarter" idx="22" hasCustomPrompt="1"/>
          </p:nvPr>
        </p:nvSpPr>
        <p:spPr>
          <a:xfrm>
            <a:off x="4999070"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5" name="Text Placeholder 14">
            <a:extLst>
              <a:ext uri="{FF2B5EF4-FFF2-40B4-BE49-F238E27FC236}">
                <a16:creationId xmlns:a16="http://schemas.microsoft.com/office/drawing/2014/main" id="{A51D26D1-89AE-43E7-8F1B-E28B18019F84}"/>
              </a:ext>
            </a:extLst>
          </p:cNvPr>
          <p:cNvSpPr>
            <a:spLocks noGrp="1"/>
          </p:cNvSpPr>
          <p:nvPr>
            <p:ph type="body" sz="quarter" idx="23" hasCustomPrompt="1"/>
          </p:nvPr>
        </p:nvSpPr>
        <p:spPr>
          <a:xfrm>
            <a:off x="7000136" y="2972538"/>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6" name="Text Placeholder 14">
            <a:extLst>
              <a:ext uri="{FF2B5EF4-FFF2-40B4-BE49-F238E27FC236}">
                <a16:creationId xmlns:a16="http://schemas.microsoft.com/office/drawing/2014/main" id="{0191059F-A4F0-4F1C-8237-308B7AD3F97D}"/>
              </a:ext>
            </a:extLst>
          </p:cNvPr>
          <p:cNvSpPr>
            <a:spLocks noGrp="1"/>
          </p:cNvSpPr>
          <p:nvPr>
            <p:ph type="body" sz="quarter" idx="24" hasCustomPrompt="1"/>
          </p:nvPr>
        </p:nvSpPr>
        <p:spPr>
          <a:xfrm>
            <a:off x="7100274"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7" name="Text Placeholder 14">
            <a:extLst>
              <a:ext uri="{FF2B5EF4-FFF2-40B4-BE49-F238E27FC236}">
                <a16:creationId xmlns:a16="http://schemas.microsoft.com/office/drawing/2014/main" id="{CFCD3D62-2515-40AC-A8A1-F7786244B36F}"/>
              </a:ext>
            </a:extLst>
          </p:cNvPr>
          <p:cNvSpPr>
            <a:spLocks noGrp="1"/>
          </p:cNvSpPr>
          <p:nvPr>
            <p:ph type="body" sz="quarter" idx="25" hasCustomPrompt="1"/>
          </p:nvPr>
        </p:nvSpPr>
        <p:spPr>
          <a:xfrm>
            <a:off x="9095950"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8" name="Text Placeholder 14">
            <a:extLst>
              <a:ext uri="{FF2B5EF4-FFF2-40B4-BE49-F238E27FC236}">
                <a16:creationId xmlns:a16="http://schemas.microsoft.com/office/drawing/2014/main" id="{96332DF1-A140-4DDE-9D59-EEF6D503A8D7}"/>
              </a:ext>
            </a:extLst>
          </p:cNvPr>
          <p:cNvSpPr>
            <a:spLocks noGrp="1"/>
          </p:cNvSpPr>
          <p:nvPr>
            <p:ph type="body" sz="quarter" idx="26" hasCustomPrompt="1"/>
          </p:nvPr>
        </p:nvSpPr>
        <p:spPr>
          <a:xfrm>
            <a:off x="9196088"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97" name="Picture Placeholder 9">
            <a:extLst>
              <a:ext uri="{FF2B5EF4-FFF2-40B4-BE49-F238E27FC236}">
                <a16:creationId xmlns:a16="http://schemas.microsoft.com/office/drawing/2014/main" id="{74EEDA10-EB71-4CAE-80C3-9C8B46E6DF07}"/>
              </a:ext>
            </a:extLst>
          </p:cNvPr>
          <p:cNvSpPr>
            <a:spLocks noGrp="1"/>
          </p:cNvSpPr>
          <p:nvPr>
            <p:ph type="pic" sz="quarter" idx="42" hasCustomPrompt="1"/>
          </p:nvPr>
        </p:nvSpPr>
        <p:spPr>
          <a:xfrm>
            <a:off x="3136338" y="3967833"/>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99" name="Picture Placeholder 9">
            <a:extLst>
              <a:ext uri="{FF2B5EF4-FFF2-40B4-BE49-F238E27FC236}">
                <a16:creationId xmlns:a16="http://schemas.microsoft.com/office/drawing/2014/main" id="{B9B031BF-4314-4A3C-B53C-3958CC4E6228}"/>
              </a:ext>
            </a:extLst>
          </p:cNvPr>
          <p:cNvSpPr>
            <a:spLocks noGrp="1"/>
          </p:cNvSpPr>
          <p:nvPr>
            <p:ph type="pic" sz="quarter" idx="43" hasCustomPrompt="1"/>
          </p:nvPr>
        </p:nvSpPr>
        <p:spPr>
          <a:xfrm>
            <a:off x="5209990"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1" name="Picture Placeholder 9">
            <a:extLst>
              <a:ext uri="{FF2B5EF4-FFF2-40B4-BE49-F238E27FC236}">
                <a16:creationId xmlns:a16="http://schemas.microsoft.com/office/drawing/2014/main" id="{BC693B9A-3B30-4605-8EB8-2F155D0A4D7C}"/>
              </a:ext>
            </a:extLst>
          </p:cNvPr>
          <p:cNvSpPr>
            <a:spLocks noGrp="1"/>
          </p:cNvSpPr>
          <p:nvPr>
            <p:ph type="pic" sz="quarter" idx="44" hasCustomPrompt="1"/>
          </p:nvPr>
        </p:nvSpPr>
        <p:spPr>
          <a:xfrm>
            <a:off x="7305040" y="397666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3" name="Picture Placeholder 9">
            <a:extLst>
              <a:ext uri="{FF2B5EF4-FFF2-40B4-BE49-F238E27FC236}">
                <a16:creationId xmlns:a16="http://schemas.microsoft.com/office/drawing/2014/main" id="{B4CC215D-FD31-4423-900D-14FF4F457AFA}"/>
              </a:ext>
            </a:extLst>
          </p:cNvPr>
          <p:cNvSpPr>
            <a:spLocks noGrp="1"/>
          </p:cNvSpPr>
          <p:nvPr>
            <p:ph type="pic" sz="quarter" idx="45" hasCustomPrompt="1"/>
          </p:nvPr>
        </p:nvSpPr>
        <p:spPr>
          <a:xfrm>
            <a:off x="9384247"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73" name="Text Placeholder 14">
            <a:extLst>
              <a:ext uri="{FF2B5EF4-FFF2-40B4-BE49-F238E27FC236}">
                <a16:creationId xmlns:a16="http://schemas.microsoft.com/office/drawing/2014/main" id="{D4954E76-6CE5-4657-B73B-9875EBBEE003}"/>
              </a:ext>
            </a:extLst>
          </p:cNvPr>
          <p:cNvSpPr>
            <a:spLocks noGrp="1"/>
          </p:cNvSpPr>
          <p:nvPr>
            <p:ph type="body" sz="quarter" idx="31" hasCustomPrompt="1"/>
          </p:nvPr>
        </p:nvSpPr>
        <p:spPr>
          <a:xfrm>
            <a:off x="2796727"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4" name="Text Placeholder 14">
            <a:extLst>
              <a:ext uri="{FF2B5EF4-FFF2-40B4-BE49-F238E27FC236}">
                <a16:creationId xmlns:a16="http://schemas.microsoft.com/office/drawing/2014/main" id="{E361B92F-F111-450A-A880-C34503792307}"/>
              </a:ext>
            </a:extLst>
          </p:cNvPr>
          <p:cNvSpPr>
            <a:spLocks noGrp="1"/>
          </p:cNvSpPr>
          <p:nvPr>
            <p:ph type="body" sz="quarter" idx="32" hasCustomPrompt="1"/>
          </p:nvPr>
        </p:nvSpPr>
        <p:spPr>
          <a:xfrm>
            <a:off x="2896865"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5" name="Text Placeholder 14">
            <a:extLst>
              <a:ext uri="{FF2B5EF4-FFF2-40B4-BE49-F238E27FC236}">
                <a16:creationId xmlns:a16="http://schemas.microsoft.com/office/drawing/2014/main" id="{375C0FEC-10E7-43EA-953F-8CB9B43D05D4}"/>
              </a:ext>
            </a:extLst>
          </p:cNvPr>
          <p:cNvSpPr>
            <a:spLocks noGrp="1"/>
          </p:cNvSpPr>
          <p:nvPr>
            <p:ph type="body" sz="quarter" idx="33" hasCustomPrompt="1"/>
          </p:nvPr>
        </p:nvSpPr>
        <p:spPr>
          <a:xfrm>
            <a:off x="4898932"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6" name="Text Placeholder 14">
            <a:extLst>
              <a:ext uri="{FF2B5EF4-FFF2-40B4-BE49-F238E27FC236}">
                <a16:creationId xmlns:a16="http://schemas.microsoft.com/office/drawing/2014/main" id="{84B1D0A0-DE01-44D1-9B3D-C05DBE9FF754}"/>
              </a:ext>
            </a:extLst>
          </p:cNvPr>
          <p:cNvSpPr>
            <a:spLocks noGrp="1"/>
          </p:cNvSpPr>
          <p:nvPr>
            <p:ph type="body" sz="quarter" idx="34" hasCustomPrompt="1"/>
          </p:nvPr>
        </p:nvSpPr>
        <p:spPr>
          <a:xfrm>
            <a:off x="4999070"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7" name="Text Placeholder 14">
            <a:extLst>
              <a:ext uri="{FF2B5EF4-FFF2-40B4-BE49-F238E27FC236}">
                <a16:creationId xmlns:a16="http://schemas.microsoft.com/office/drawing/2014/main" id="{DB6914BB-9516-4473-A02F-1A325FA7EF4F}"/>
              </a:ext>
            </a:extLst>
          </p:cNvPr>
          <p:cNvSpPr>
            <a:spLocks noGrp="1"/>
          </p:cNvSpPr>
          <p:nvPr>
            <p:ph type="body" sz="quarter" idx="35" hasCustomPrompt="1"/>
          </p:nvPr>
        </p:nvSpPr>
        <p:spPr>
          <a:xfrm>
            <a:off x="7000136" y="5587475"/>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8" name="Text Placeholder 14">
            <a:extLst>
              <a:ext uri="{FF2B5EF4-FFF2-40B4-BE49-F238E27FC236}">
                <a16:creationId xmlns:a16="http://schemas.microsoft.com/office/drawing/2014/main" id="{FEE30418-F1D4-4D16-A984-FAA6CA0C74BF}"/>
              </a:ext>
            </a:extLst>
          </p:cNvPr>
          <p:cNvSpPr>
            <a:spLocks noGrp="1"/>
          </p:cNvSpPr>
          <p:nvPr>
            <p:ph type="body" sz="quarter" idx="36" hasCustomPrompt="1"/>
          </p:nvPr>
        </p:nvSpPr>
        <p:spPr>
          <a:xfrm>
            <a:off x="7100274"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9" name="Text Placeholder 14">
            <a:extLst>
              <a:ext uri="{FF2B5EF4-FFF2-40B4-BE49-F238E27FC236}">
                <a16:creationId xmlns:a16="http://schemas.microsoft.com/office/drawing/2014/main" id="{6D336D9D-1BA1-44AE-96D0-3ABDA2E02FB5}"/>
              </a:ext>
            </a:extLst>
          </p:cNvPr>
          <p:cNvSpPr>
            <a:spLocks noGrp="1"/>
          </p:cNvSpPr>
          <p:nvPr>
            <p:ph type="body" sz="quarter" idx="37" hasCustomPrompt="1"/>
          </p:nvPr>
        </p:nvSpPr>
        <p:spPr>
          <a:xfrm>
            <a:off x="9095950"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80" name="Text Placeholder 14">
            <a:extLst>
              <a:ext uri="{FF2B5EF4-FFF2-40B4-BE49-F238E27FC236}">
                <a16:creationId xmlns:a16="http://schemas.microsoft.com/office/drawing/2014/main" id="{6CFC9B87-2AEB-414D-90C4-B7F8F4AA9080}"/>
              </a:ext>
            </a:extLst>
          </p:cNvPr>
          <p:cNvSpPr>
            <a:spLocks noGrp="1"/>
          </p:cNvSpPr>
          <p:nvPr>
            <p:ph type="body" sz="quarter" idx="38" hasCustomPrompt="1"/>
          </p:nvPr>
        </p:nvSpPr>
        <p:spPr>
          <a:xfrm>
            <a:off x="9192018" y="5813275"/>
            <a:ext cx="1885515"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82" name="Oval 81">
            <a:extLst>
              <a:ext uri="{FF2B5EF4-FFF2-40B4-BE49-F238E27FC236}">
                <a16:creationId xmlns:a16="http://schemas.microsoft.com/office/drawing/2014/main" id="{9DC42105-8FBF-4317-8822-399B1F791ABF}"/>
              </a:ext>
              <a:ext uri="{C183D7F6-B498-43B3-948B-1728B52AA6E4}">
                <adec:decorative xmlns:adec="http://schemas.microsoft.com/office/drawing/2017/decorative" val="1"/>
              </a:ext>
            </a:extLst>
          </p:cNvPr>
          <p:cNvSpPr/>
          <p:nvPr userDrawn="1"/>
        </p:nvSpPr>
        <p:spPr>
          <a:xfrm>
            <a:off x="5105188"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644C80F9-E615-4699-A719-131E62011769}"/>
              </a:ext>
              <a:ext uri="{C183D7F6-B498-43B3-948B-1728B52AA6E4}">
                <adec:decorative xmlns:adec="http://schemas.microsoft.com/office/drawing/2017/decorative" val="1"/>
              </a:ext>
            </a:extLst>
          </p:cNvPr>
          <p:cNvSpPr/>
          <p:nvPr userDrawn="1"/>
        </p:nvSpPr>
        <p:spPr>
          <a:xfrm>
            <a:off x="7200238" y="123094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191882A0-07C5-40D6-9520-02882775B26A}"/>
              </a:ext>
              <a:ext uri="{C183D7F6-B498-43B3-948B-1728B52AA6E4}">
                <adec:decorative xmlns:adec="http://schemas.microsoft.com/office/drawing/2017/decorative" val="1"/>
              </a:ext>
            </a:extLst>
          </p:cNvPr>
          <p:cNvSpPr/>
          <p:nvPr userDrawn="1"/>
        </p:nvSpPr>
        <p:spPr>
          <a:xfrm>
            <a:off x="9279445"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242E90BB-F1EA-466F-939C-623189DF3ADD}"/>
              </a:ext>
              <a:ext uri="{C183D7F6-B498-43B3-948B-1728B52AA6E4}">
                <adec:decorative xmlns:adec="http://schemas.microsoft.com/office/drawing/2017/decorative" val="1"/>
              </a:ext>
            </a:extLst>
          </p:cNvPr>
          <p:cNvSpPr/>
          <p:nvPr userDrawn="1"/>
        </p:nvSpPr>
        <p:spPr>
          <a:xfrm>
            <a:off x="3031535" y="3863030"/>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BBFD36F-B307-4513-ABAD-4A02FF737176}"/>
              </a:ext>
              <a:ext uri="{C183D7F6-B498-43B3-948B-1728B52AA6E4}">
                <adec:decorative xmlns:adec="http://schemas.microsoft.com/office/drawing/2017/decorative" val="1"/>
              </a:ext>
            </a:extLst>
          </p:cNvPr>
          <p:cNvSpPr/>
          <p:nvPr userDrawn="1"/>
        </p:nvSpPr>
        <p:spPr>
          <a:xfrm>
            <a:off x="5105187"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2E69D0B1-6D57-4A70-9C3C-F3A072AAA324}"/>
              </a:ext>
              <a:ext uri="{C183D7F6-B498-43B3-948B-1728B52AA6E4}">
                <adec:decorative xmlns:adec="http://schemas.microsoft.com/office/drawing/2017/decorative" val="1"/>
              </a:ext>
            </a:extLst>
          </p:cNvPr>
          <p:cNvSpPr/>
          <p:nvPr userDrawn="1"/>
        </p:nvSpPr>
        <p:spPr>
          <a:xfrm>
            <a:off x="7200237" y="387185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95C6593C-7D72-47FB-AACE-F8848EAFA3AB}"/>
              </a:ext>
              <a:ext uri="{C183D7F6-B498-43B3-948B-1728B52AA6E4}">
                <adec:decorative xmlns:adec="http://schemas.microsoft.com/office/drawing/2017/decorative" val="1"/>
              </a:ext>
            </a:extLst>
          </p:cNvPr>
          <p:cNvSpPr/>
          <p:nvPr userDrawn="1"/>
        </p:nvSpPr>
        <p:spPr>
          <a:xfrm>
            <a:off x="9279444"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Footer Placeholder 15">
            <a:extLst>
              <a:ext uri="{FF2B5EF4-FFF2-40B4-BE49-F238E27FC236}">
                <a16:creationId xmlns:a16="http://schemas.microsoft.com/office/drawing/2014/main" id="{75E80FB1-82CC-4144-A899-130449B1AC1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06" name="Slide Number Placeholder 16">
            <a:extLst>
              <a:ext uri="{FF2B5EF4-FFF2-40B4-BE49-F238E27FC236}">
                <a16:creationId xmlns:a16="http://schemas.microsoft.com/office/drawing/2014/main" id="{10233900-5A86-4114-B6F5-3A0EA053C02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07" name="Date Placeholder 14">
            <a:extLst>
              <a:ext uri="{FF2B5EF4-FFF2-40B4-BE49-F238E27FC236}">
                <a16:creationId xmlns:a16="http://schemas.microsoft.com/office/drawing/2014/main" id="{FD1BC0B7-CAA7-4673-9A20-4EFEDC54FC46}"/>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180233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17DE9787-F8D7-4BBC-B3C0-144EEF4730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7F666A-7AF7-4FC6-99DD-E06ED83C2E88}"/>
              </a:ext>
            </a:extLst>
          </p:cNvPr>
          <p:cNvSpPr>
            <a:spLocks noGrp="1"/>
          </p:cNvSpPr>
          <p:nvPr>
            <p:ph type="title" hasCustomPrompt="1"/>
          </p:nvPr>
        </p:nvSpPr>
        <p:spPr>
          <a:xfrm>
            <a:off x="3131507" y="412356"/>
            <a:ext cx="5561556" cy="56767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45" name="Text Placeholder 10">
            <a:extLst>
              <a:ext uri="{FF2B5EF4-FFF2-40B4-BE49-F238E27FC236}">
                <a16:creationId xmlns:a16="http://schemas.microsoft.com/office/drawing/2014/main" id="{F2A51B67-A536-47ED-9C35-D2A4CF043420}"/>
              </a:ext>
            </a:extLst>
          </p:cNvPr>
          <p:cNvSpPr>
            <a:spLocks noGrp="1"/>
          </p:cNvSpPr>
          <p:nvPr>
            <p:ph type="body" sz="quarter" idx="21" hasCustomPrompt="1"/>
          </p:nvPr>
        </p:nvSpPr>
        <p:spPr>
          <a:xfrm>
            <a:off x="930273" y="2216292"/>
            <a:ext cx="1611892" cy="1151632"/>
          </a:xfrm>
          <a:prstGeom prst="rect">
            <a:avLst/>
          </a:prstGeom>
        </p:spPr>
        <p:txBody>
          <a:bodyPr anchor="ctr"/>
          <a:lstStyle>
            <a:lvl1pPr marL="0" indent="0" algn="ctr">
              <a:lnSpc>
                <a:spcPct val="100000"/>
              </a:lnSpc>
              <a:spcBef>
                <a:spcPts val="0"/>
              </a:spcBef>
              <a:spcAft>
                <a:spcPts val="0"/>
              </a:spcAft>
              <a:buNone/>
              <a:defRPr sz="4000" cap="all" spc="400" baseline="0">
                <a:solidFill>
                  <a:schemeClr val="accent5"/>
                </a:solidFill>
                <a:latin typeface="+mj-lt"/>
              </a:defRPr>
            </a:lvl1pPr>
          </a:lstStyle>
          <a:p>
            <a:pPr lvl="0"/>
            <a:r>
              <a:rPr lang="en-US" dirty="0"/>
              <a:t>Add title</a:t>
            </a:r>
          </a:p>
        </p:txBody>
      </p:sp>
      <p:sp>
        <p:nvSpPr>
          <p:cNvPr id="49" name="Text Placeholder 10">
            <a:extLst>
              <a:ext uri="{FF2B5EF4-FFF2-40B4-BE49-F238E27FC236}">
                <a16:creationId xmlns:a16="http://schemas.microsoft.com/office/drawing/2014/main" id="{22B9C39F-D011-4AC3-A4D5-F61A1CB3650B}"/>
              </a:ext>
            </a:extLst>
          </p:cNvPr>
          <p:cNvSpPr>
            <a:spLocks noGrp="1"/>
          </p:cNvSpPr>
          <p:nvPr>
            <p:ph type="body" sz="quarter" idx="22" hasCustomPrompt="1"/>
          </p:nvPr>
        </p:nvSpPr>
        <p:spPr>
          <a:xfrm>
            <a:off x="3613801"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6">
                    <a:lumMod val="75000"/>
                  </a:schemeClr>
                </a:solidFill>
                <a:latin typeface="+mj-lt"/>
              </a:defRPr>
            </a:lvl1pPr>
          </a:lstStyle>
          <a:p>
            <a:pPr lvl="0"/>
            <a:r>
              <a:rPr lang="en-US" dirty="0"/>
              <a:t>Add title</a:t>
            </a:r>
          </a:p>
        </p:txBody>
      </p:sp>
      <p:sp>
        <p:nvSpPr>
          <p:cNvPr id="47" name="Text Placeholder 10">
            <a:extLst>
              <a:ext uri="{FF2B5EF4-FFF2-40B4-BE49-F238E27FC236}">
                <a16:creationId xmlns:a16="http://schemas.microsoft.com/office/drawing/2014/main" id="{4ACDF114-02BD-4A37-9BE7-AA8094B7CD20}"/>
              </a:ext>
            </a:extLst>
          </p:cNvPr>
          <p:cNvSpPr>
            <a:spLocks noGrp="1"/>
          </p:cNvSpPr>
          <p:nvPr>
            <p:ph type="body" sz="quarter" idx="23" hasCustomPrompt="1"/>
          </p:nvPr>
        </p:nvSpPr>
        <p:spPr>
          <a:xfrm>
            <a:off x="6297329"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1">
                    <a:lumMod val="50000"/>
                    <a:lumOff val="50000"/>
                  </a:schemeClr>
                </a:solidFill>
                <a:latin typeface="+mj-lt"/>
              </a:defRPr>
            </a:lvl1pPr>
          </a:lstStyle>
          <a:p>
            <a:pPr lvl="0"/>
            <a:r>
              <a:rPr lang="en-US" dirty="0"/>
              <a:t>Add title</a:t>
            </a:r>
          </a:p>
        </p:txBody>
      </p:sp>
      <p:sp>
        <p:nvSpPr>
          <p:cNvPr id="48" name="Text Placeholder 10">
            <a:extLst>
              <a:ext uri="{FF2B5EF4-FFF2-40B4-BE49-F238E27FC236}">
                <a16:creationId xmlns:a16="http://schemas.microsoft.com/office/drawing/2014/main" id="{E3852728-C736-414F-BEC0-31AB3A704D1D}"/>
              </a:ext>
            </a:extLst>
          </p:cNvPr>
          <p:cNvSpPr>
            <a:spLocks noGrp="1"/>
          </p:cNvSpPr>
          <p:nvPr>
            <p:ph type="body" sz="quarter" idx="24" hasCustomPrompt="1"/>
          </p:nvPr>
        </p:nvSpPr>
        <p:spPr>
          <a:xfrm>
            <a:off x="8980856"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3"/>
                </a:solidFill>
                <a:latin typeface="+mj-lt"/>
              </a:defRPr>
            </a:lvl1pPr>
          </a:lstStyle>
          <a:p>
            <a:pPr lvl="0"/>
            <a:r>
              <a:rPr lang="en-US" dirty="0"/>
              <a:t>Add title</a:t>
            </a:r>
          </a:p>
        </p:txBody>
      </p:sp>
      <p:sp>
        <p:nvSpPr>
          <p:cNvPr id="37" name="Text Placeholder 14">
            <a:extLst>
              <a:ext uri="{FF2B5EF4-FFF2-40B4-BE49-F238E27FC236}">
                <a16:creationId xmlns:a16="http://schemas.microsoft.com/office/drawing/2014/main" id="{6B731840-A0DA-423D-9AD1-D542C17BA99A}"/>
              </a:ext>
            </a:extLst>
          </p:cNvPr>
          <p:cNvSpPr>
            <a:spLocks noGrp="1"/>
          </p:cNvSpPr>
          <p:nvPr>
            <p:ph type="body" sz="quarter" idx="12" hasCustomPrompt="1"/>
          </p:nvPr>
        </p:nvSpPr>
        <p:spPr>
          <a:xfrm>
            <a:off x="545026"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5"/>
                </a:solidFill>
                <a:latin typeface="+mj-lt"/>
              </a:defRPr>
            </a:lvl1pPr>
          </a:lstStyle>
          <a:p>
            <a:pPr lvl="0"/>
            <a:r>
              <a:rPr lang="en-US" dirty="0"/>
              <a:t>Click to add title</a:t>
            </a:r>
          </a:p>
        </p:txBody>
      </p:sp>
      <p:sp>
        <p:nvSpPr>
          <p:cNvPr id="38" name="Text Placeholder 14">
            <a:extLst>
              <a:ext uri="{FF2B5EF4-FFF2-40B4-BE49-F238E27FC236}">
                <a16:creationId xmlns:a16="http://schemas.microsoft.com/office/drawing/2014/main" id="{1E47A2D3-1E75-488B-A7B8-CB951C8CFBF3}"/>
              </a:ext>
            </a:extLst>
          </p:cNvPr>
          <p:cNvSpPr>
            <a:spLocks noGrp="1"/>
          </p:cNvSpPr>
          <p:nvPr>
            <p:ph type="body" sz="quarter" idx="13" hasCustomPrompt="1"/>
          </p:nvPr>
        </p:nvSpPr>
        <p:spPr>
          <a:xfrm>
            <a:off x="545026"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39" name="Text Placeholder 14">
            <a:extLst>
              <a:ext uri="{FF2B5EF4-FFF2-40B4-BE49-F238E27FC236}">
                <a16:creationId xmlns:a16="http://schemas.microsoft.com/office/drawing/2014/main" id="{2D6ADA9B-155A-4D54-8FCB-993ADEDA7934}"/>
              </a:ext>
            </a:extLst>
          </p:cNvPr>
          <p:cNvSpPr>
            <a:spLocks noGrp="1"/>
          </p:cNvSpPr>
          <p:nvPr>
            <p:ph type="body" sz="quarter" idx="15" hasCustomPrompt="1"/>
          </p:nvPr>
        </p:nvSpPr>
        <p:spPr>
          <a:xfrm>
            <a:off x="3228554"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6">
                    <a:lumMod val="75000"/>
                  </a:schemeClr>
                </a:solidFill>
                <a:latin typeface="+mj-lt"/>
              </a:defRPr>
            </a:lvl1pPr>
          </a:lstStyle>
          <a:p>
            <a:pPr lvl="0"/>
            <a:r>
              <a:rPr lang="en-US" dirty="0"/>
              <a:t>Click to add title</a:t>
            </a:r>
          </a:p>
        </p:txBody>
      </p:sp>
      <p:sp>
        <p:nvSpPr>
          <p:cNvPr id="40" name="Text Placeholder 14">
            <a:extLst>
              <a:ext uri="{FF2B5EF4-FFF2-40B4-BE49-F238E27FC236}">
                <a16:creationId xmlns:a16="http://schemas.microsoft.com/office/drawing/2014/main" id="{EF3CF6C8-7D4D-4E50-B616-0431BD4830E4}"/>
              </a:ext>
            </a:extLst>
          </p:cNvPr>
          <p:cNvSpPr>
            <a:spLocks noGrp="1"/>
          </p:cNvSpPr>
          <p:nvPr>
            <p:ph type="body" sz="quarter" idx="16" hasCustomPrompt="1"/>
          </p:nvPr>
        </p:nvSpPr>
        <p:spPr>
          <a:xfrm>
            <a:off x="3228554"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1" name="Text Placeholder 14">
            <a:extLst>
              <a:ext uri="{FF2B5EF4-FFF2-40B4-BE49-F238E27FC236}">
                <a16:creationId xmlns:a16="http://schemas.microsoft.com/office/drawing/2014/main" id="{1CDF49FC-54E3-44AE-A97C-193A25AD6CB3}"/>
              </a:ext>
            </a:extLst>
          </p:cNvPr>
          <p:cNvSpPr>
            <a:spLocks noGrp="1"/>
          </p:cNvSpPr>
          <p:nvPr>
            <p:ph type="body" sz="quarter" idx="17" hasCustomPrompt="1"/>
          </p:nvPr>
        </p:nvSpPr>
        <p:spPr>
          <a:xfrm>
            <a:off x="5912082"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1">
                    <a:lumMod val="50000"/>
                    <a:lumOff val="50000"/>
                  </a:schemeClr>
                </a:solidFill>
                <a:latin typeface="+mj-lt"/>
              </a:defRPr>
            </a:lvl1pPr>
          </a:lstStyle>
          <a:p>
            <a:pPr lvl="0"/>
            <a:r>
              <a:rPr lang="en-US" dirty="0"/>
              <a:t>Click to add title</a:t>
            </a:r>
          </a:p>
        </p:txBody>
      </p:sp>
      <p:sp>
        <p:nvSpPr>
          <p:cNvPr id="42" name="Text Placeholder 14">
            <a:extLst>
              <a:ext uri="{FF2B5EF4-FFF2-40B4-BE49-F238E27FC236}">
                <a16:creationId xmlns:a16="http://schemas.microsoft.com/office/drawing/2014/main" id="{742DE5D9-5D04-4F7F-9F34-704818185832}"/>
              </a:ext>
            </a:extLst>
          </p:cNvPr>
          <p:cNvSpPr>
            <a:spLocks noGrp="1"/>
          </p:cNvSpPr>
          <p:nvPr>
            <p:ph type="body" sz="quarter" idx="18" hasCustomPrompt="1"/>
          </p:nvPr>
        </p:nvSpPr>
        <p:spPr>
          <a:xfrm>
            <a:off x="5912082"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5F0B8140-B940-4531-9562-8D79015D9413}"/>
              </a:ext>
            </a:extLst>
          </p:cNvPr>
          <p:cNvSpPr>
            <a:spLocks noGrp="1"/>
          </p:cNvSpPr>
          <p:nvPr>
            <p:ph type="body" sz="quarter" idx="19" hasCustomPrompt="1"/>
          </p:nvPr>
        </p:nvSpPr>
        <p:spPr>
          <a:xfrm>
            <a:off x="8595609"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3"/>
                </a:solidFill>
                <a:latin typeface="+mj-lt"/>
              </a:defRPr>
            </a:lvl1pPr>
          </a:lstStyle>
          <a:p>
            <a:pPr lvl="0"/>
            <a:r>
              <a:rPr lang="en-US" dirty="0"/>
              <a:t>Click to add title</a:t>
            </a:r>
          </a:p>
        </p:txBody>
      </p:sp>
      <p:sp>
        <p:nvSpPr>
          <p:cNvPr id="44" name="Text Placeholder 14">
            <a:extLst>
              <a:ext uri="{FF2B5EF4-FFF2-40B4-BE49-F238E27FC236}">
                <a16:creationId xmlns:a16="http://schemas.microsoft.com/office/drawing/2014/main" id="{849CC034-065E-48F0-985D-B80C15200238}"/>
              </a:ext>
            </a:extLst>
          </p:cNvPr>
          <p:cNvSpPr>
            <a:spLocks noGrp="1"/>
          </p:cNvSpPr>
          <p:nvPr>
            <p:ph type="body" sz="quarter" idx="20" hasCustomPrompt="1"/>
          </p:nvPr>
        </p:nvSpPr>
        <p:spPr>
          <a:xfrm>
            <a:off x="8595609"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8035ED58-36EB-4147-BCAF-919ADD4DD583}"/>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7D46932B-0FD6-4226-B251-4B815461214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56763F7F-D8C0-4AC6-96D0-C445984C5CB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738281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3BA4599-9856-44E7-A2B6-2354614AF73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B14DA-64F0-4FA7-9A51-F4DB18154D7E}"/>
              </a:ext>
            </a:extLst>
          </p:cNvPr>
          <p:cNvSpPr>
            <a:spLocks noGrp="1"/>
          </p:cNvSpPr>
          <p:nvPr>
            <p:ph type="title" hasCustomPrompt="1"/>
          </p:nvPr>
        </p:nvSpPr>
        <p:spPr>
          <a:xfrm>
            <a:off x="5679441" y="1259911"/>
            <a:ext cx="5124189" cy="492302"/>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17" name="Text Placeholder 14">
            <a:extLst>
              <a:ext uri="{FF2B5EF4-FFF2-40B4-BE49-F238E27FC236}">
                <a16:creationId xmlns:a16="http://schemas.microsoft.com/office/drawing/2014/main" id="{DC4C8188-3DF6-4730-A43A-B789F03449DA}"/>
              </a:ext>
            </a:extLst>
          </p:cNvPr>
          <p:cNvSpPr>
            <a:spLocks noGrp="1"/>
          </p:cNvSpPr>
          <p:nvPr>
            <p:ph type="body" sz="quarter" idx="14" hasCustomPrompt="1"/>
          </p:nvPr>
        </p:nvSpPr>
        <p:spPr>
          <a:xfrm>
            <a:off x="5679441" y="1752212"/>
            <a:ext cx="4856479" cy="2413388"/>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3" name="Footer Placeholder 15">
            <a:extLst>
              <a:ext uri="{FF2B5EF4-FFF2-40B4-BE49-F238E27FC236}">
                <a16:creationId xmlns:a16="http://schemas.microsoft.com/office/drawing/2014/main" id="{E06D1BDE-6908-49BA-9900-53DFFF4B1E1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1C3470F5-DE33-49A4-AE82-D8EA10A4FC5F}"/>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63DCFC99-67D1-468A-8498-B3C1C90B4CF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1834407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E551AED-617A-4A51-AA8F-586F3703B7F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60DB23A-E569-444D-8607-FD404EECF3BA}"/>
              </a:ext>
            </a:extLst>
          </p:cNvPr>
          <p:cNvSpPr>
            <a:spLocks noGrp="1"/>
          </p:cNvSpPr>
          <p:nvPr>
            <p:ph type="title" hasCustomPrompt="1"/>
          </p:nvPr>
        </p:nvSpPr>
        <p:spPr>
          <a:xfrm>
            <a:off x="1026850" y="563671"/>
            <a:ext cx="4989629" cy="2387771"/>
          </a:xfrm>
          <a:prstGeom prst="rect">
            <a:avLst/>
          </a:prstGeom>
        </p:spPr>
        <p:txBody>
          <a:bodyPr anchor="b"/>
          <a:lstStyle>
            <a:lvl1pPr algn="ctr">
              <a:defRPr sz="4800" cap="all" spc="400" baseline="0">
                <a:solidFill>
                  <a:schemeClr val="accent6"/>
                </a:solidFill>
              </a:defRPr>
            </a:lvl1pPr>
          </a:lstStyle>
          <a:p>
            <a:r>
              <a:rPr lang="en-US" dirty="0"/>
              <a:t>Click to add title</a:t>
            </a:r>
          </a:p>
        </p:txBody>
      </p:sp>
      <p:sp>
        <p:nvSpPr>
          <p:cNvPr id="10" name="Text Placeholder 13">
            <a:extLst>
              <a:ext uri="{FF2B5EF4-FFF2-40B4-BE49-F238E27FC236}">
                <a16:creationId xmlns:a16="http://schemas.microsoft.com/office/drawing/2014/main" id="{72B0D3D1-FC7B-43D5-B514-082D63A90ED1}"/>
              </a:ext>
            </a:extLst>
          </p:cNvPr>
          <p:cNvSpPr>
            <a:spLocks noGrp="1"/>
          </p:cNvSpPr>
          <p:nvPr>
            <p:ph type="body" sz="quarter" idx="12" hasCustomPrompt="1"/>
          </p:nvPr>
        </p:nvSpPr>
        <p:spPr>
          <a:xfrm>
            <a:off x="1026852" y="3531676"/>
            <a:ext cx="4989628" cy="1756576"/>
          </a:xfrm>
          <a:prstGeom prst="rect">
            <a:avLst/>
          </a:prstGeom>
        </p:spPr>
        <p:txBody>
          <a:bodyPr>
            <a:normAutofit/>
          </a:bodyPr>
          <a:lstStyle>
            <a:lvl1pPr marL="0" indent="0" algn="ctr">
              <a:lnSpc>
                <a:spcPct val="150000"/>
              </a:lnSpc>
              <a:spcBef>
                <a:spcPts val="0"/>
              </a:spcBef>
              <a:buNone/>
              <a:defRPr sz="1800" i="0">
                <a:solidFill>
                  <a:schemeClr val="bg1"/>
                </a:solidFill>
              </a:defRPr>
            </a:lvl1pPr>
          </a:lstStyle>
          <a:p>
            <a:pPr lvl="0"/>
            <a:r>
              <a:rPr lang="en-US" dirty="0"/>
              <a:t>Click to add subtitle</a:t>
            </a:r>
          </a:p>
        </p:txBody>
      </p:sp>
      <p:sp>
        <p:nvSpPr>
          <p:cNvPr id="12" name="Footer Placeholder 15">
            <a:extLst>
              <a:ext uri="{FF2B5EF4-FFF2-40B4-BE49-F238E27FC236}">
                <a16:creationId xmlns:a16="http://schemas.microsoft.com/office/drawing/2014/main" id="{CC2E4653-FDDE-4AC5-A23D-4269479ADCA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C3F5CE00-2FB1-4930-8D2C-DB4DFDB2FD4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2CEBC169-C2E2-4153-8A08-6B982C0D542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79888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Footer Placeholder 15">
            <a:extLst>
              <a:ext uri="{FF2B5EF4-FFF2-40B4-BE49-F238E27FC236}">
                <a16:creationId xmlns:a16="http://schemas.microsoft.com/office/drawing/2014/main" id="{710F293A-37AC-4A72-A56D-2A65F8EA2CE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EE0BB053-ED5B-47E1-ABB2-815094654C14}"/>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790B7F12-A295-4495-AE4A-7640863C8828}"/>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endParaRPr lang="en-US" cap="all" dirty="0"/>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1C44412-AA84-403C-A202-EAB7F3C81B03}"/>
              </a:ext>
            </a:extLst>
          </p:cNvPr>
          <p:cNvSpPr>
            <a:spLocks noGrp="1"/>
          </p:cNvSpPr>
          <p:nvPr>
            <p:ph type="title"/>
          </p:nvPr>
        </p:nvSpPr>
        <p:spPr>
          <a:xfrm>
            <a:off x="825674" y="1327759"/>
            <a:ext cx="4989628" cy="1929505"/>
          </a:xfrm>
        </p:spPr>
        <p:txBody>
          <a:bodyPr lIns="91440" tIns="45720" rIns="91440" bIns="45720" anchor="b"/>
          <a:lstStyle/>
          <a:p>
            <a:r>
              <a:rPr lang="en-US"/>
              <a:t>Loans and Credit</a:t>
            </a:r>
            <a:endParaRPr lang="en-US" dirty="0"/>
          </a:p>
        </p:txBody>
      </p:sp>
      <p:sp>
        <p:nvSpPr>
          <p:cNvPr id="13" name="Text Placeholder 12">
            <a:extLst>
              <a:ext uri="{FF2B5EF4-FFF2-40B4-BE49-F238E27FC236}">
                <a16:creationId xmlns:a16="http://schemas.microsoft.com/office/drawing/2014/main" id="{88D1462E-973D-4427-A664-EF751DF59796}"/>
              </a:ext>
            </a:extLst>
          </p:cNvPr>
          <p:cNvSpPr>
            <a:spLocks noGrp="1"/>
          </p:cNvSpPr>
          <p:nvPr>
            <p:ph type="body" sz="quarter" idx="12"/>
          </p:nvPr>
        </p:nvSpPr>
        <p:spPr>
          <a:xfrm>
            <a:off x="838934" y="3257264"/>
            <a:ext cx="4989628" cy="816022"/>
          </a:xfrm>
        </p:spPr>
        <p:txBody>
          <a:bodyPr lIns="91440" tIns="45720" rIns="91440" bIns="45720" anchor="t">
            <a:normAutofit/>
          </a:bodyPr>
          <a:lstStyle/>
          <a:p>
            <a:r>
              <a:rPr lang="en-US"/>
              <a:t>Question 3</a:t>
            </a:r>
            <a:endParaRPr lang="en-US" dirty="0"/>
          </a:p>
        </p:txBody>
      </p:sp>
    </p:spTree>
    <p:extLst>
      <p:ext uri="{BB962C8B-B14F-4D97-AF65-F5344CB8AC3E}">
        <p14:creationId xmlns:p14="http://schemas.microsoft.com/office/powerpoint/2010/main" val="404143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3DE22AEE-5FE7-411E-BE12-05628BC028BA}"/>
              </a:ext>
            </a:extLst>
          </p:cNvPr>
          <p:cNvSpPr>
            <a:spLocks noGrp="1"/>
          </p:cNvSpPr>
          <p:nvPr>
            <p:ph type="title"/>
          </p:nvPr>
        </p:nvSpPr>
        <p:spPr>
          <a:xfrm>
            <a:off x="4187069" y="695093"/>
            <a:ext cx="4919354" cy="667498"/>
          </a:xfrm>
        </p:spPr>
        <p:txBody>
          <a:bodyPr/>
          <a:lstStyle/>
          <a:p>
            <a:r>
              <a:rPr lang="en-US" dirty="0"/>
              <a:t>Problem</a:t>
            </a:r>
          </a:p>
        </p:txBody>
      </p:sp>
      <p:sp>
        <p:nvSpPr>
          <p:cNvPr id="41" name="Text Placeholder 40">
            <a:extLst>
              <a:ext uri="{FF2B5EF4-FFF2-40B4-BE49-F238E27FC236}">
                <a16:creationId xmlns:a16="http://schemas.microsoft.com/office/drawing/2014/main" id="{13DF91CF-444A-4959-91C5-62172E643BD0}"/>
              </a:ext>
            </a:extLst>
          </p:cNvPr>
          <p:cNvSpPr>
            <a:spLocks noGrp="1"/>
          </p:cNvSpPr>
          <p:nvPr>
            <p:ph type="body" sz="quarter" idx="22"/>
          </p:nvPr>
        </p:nvSpPr>
        <p:spPr>
          <a:xfrm>
            <a:off x="4199594" y="1873815"/>
            <a:ext cx="2556579" cy="365125"/>
          </a:xfrm>
        </p:spPr>
        <p:txBody>
          <a:bodyPr lIns="91440" tIns="45720" rIns="91440" bIns="45720" anchor="t"/>
          <a:lstStyle/>
          <a:p>
            <a:r>
              <a:rPr lang="en-US"/>
              <a:t>State level differences</a:t>
            </a:r>
            <a:endParaRPr lang="en-US" dirty="0"/>
          </a:p>
        </p:txBody>
      </p:sp>
      <p:sp>
        <p:nvSpPr>
          <p:cNvPr id="42" name="Text Placeholder 41">
            <a:extLst>
              <a:ext uri="{FF2B5EF4-FFF2-40B4-BE49-F238E27FC236}">
                <a16:creationId xmlns:a16="http://schemas.microsoft.com/office/drawing/2014/main" id="{933753EF-34D5-413D-B330-9D63C1E264BB}"/>
              </a:ext>
            </a:extLst>
          </p:cNvPr>
          <p:cNvSpPr>
            <a:spLocks noGrp="1"/>
          </p:cNvSpPr>
          <p:nvPr>
            <p:ph type="body" sz="quarter" idx="15"/>
          </p:nvPr>
        </p:nvSpPr>
        <p:spPr>
          <a:xfrm>
            <a:off x="4187103" y="2310433"/>
            <a:ext cx="2556579" cy="1328236"/>
          </a:xfrm>
        </p:spPr>
        <p:txBody>
          <a:bodyPr lIns="91440" tIns="45720" rIns="91440" bIns="45720" anchor="t"/>
          <a:lstStyle/>
          <a:p>
            <a:r>
              <a:rPr lang="en-US" dirty="0"/>
              <a:t>USA has 52 states with a lot of variation, between them. Need to know how to approach lending in different</a:t>
            </a:r>
            <a:r>
              <a:rPr lang="en-US"/>
              <a:t> states</a:t>
            </a:r>
          </a:p>
        </p:txBody>
      </p:sp>
      <p:sp>
        <p:nvSpPr>
          <p:cNvPr id="13" name="Text Placeholder 12">
            <a:extLst>
              <a:ext uri="{FF2B5EF4-FFF2-40B4-BE49-F238E27FC236}">
                <a16:creationId xmlns:a16="http://schemas.microsoft.com/office/drawing/2014/main" id="{DE843243-D5AF-4FB8-A0B6-47BAF2CEE0EC}"/>
              </a:ext>
            </a:extLst>
          </p:cNvPr>
          <p:cNvSpPr>
            <a:spLocks noGrp="1"/>
          </p:cNvSpPr>
          <p:nvPr>
            <p:ph type="body" sz="quarter" idx="12"/>
          </p:nvPr>
        </p:nvSpPr>
        <p:spPr>
          <a:xfrm>
            <a:off x="7538997" y="1873815"/>
            <a:ext cx="2556578" cy="365125"/>
          </a:xfrm>
        </p:spPr>
        <p:txBody>
          <a:bodyPr lIns="91440" tIns="45720" rIns="91440" bIns="45720" anchor="t"/>
          <a:lstStyle/>
          <a:p>
            <a:r>
              <a:rPr lang="en-US"/>
              <a:t>Reliability of predictors</a:t>
            </a:r>
          </a:p>
        </p:txBody>
      </p:sp>
      <p:sp>
        <p:nvSpPr>
          <p:cNvPr id="14" name="Text Placeholder 13">
            <a:extLst>
              <a:ext uri="{FF2B5EF4-FFF2-40B4-BE49-F238E27FC236}">
                <a16:creationId xmlns:a16="http://schemas.microsoft.com/office/drawing/2014/main" id="{D656B4F7-80AA-4955-8984-D9DA3B536EBF}"/>
              </a:ext>
            </a:extLst>
          </p:cNvPr>
          <p:cNvSpPr>
            <a:spLocks noGrp="1"/>
          </p:cNvSpPr>
          <p:nvPr>
            <p:ph type="body" sz="quarter" idx="13"/>
          </p:nvPr>
        </p:nvSpPr>
        <p:spPr>
          <a:xfrm>
            <a:off x="7538997" y="2340837"/>
            <a:ext cx="2556578" cy="1291081"/>
          </a:xfrm>
        </p:spPr>
        <p:txBody>
          <a:bodyPr lIns="91440" tIns="45720" rIns="91440" bIns="45720" anchor="t"/>
          <a:lstStyle/>
          <a:p>
            <a:r>
              <a:rPr lang="en-US" dirty="0"/>
              <a:t>The </a:t>
            </a:r>
            <a:r>
              <a:rPr lang="en-US"/>
              <a:t>ability to predict defaults have a direct impact on profitability and economy</a:t>
            </a:r>
          </a:p>
        </p:txBody>
      </p:sp>
      <p:sp>
        <p:nvSpPr>
          <p:cNvPr id="45" name="Text Placeholder 44">
            <a:extLst>
              <a:ext uri="{FF2B5EF4-FFF2-40B4-BE49-F238E27FC236}">
                <a16:creationId xmlns:a16="http://schemas.microsoft.com/office/drawing/2014/main" id="{23B5DB8F-544D-4B8A-98F5-10157CB5781F}"/>
              </a:ext>
            </a:extLst>
          </p:cNvPr>
          <p:cNvSpPr>
            <a:spLocks noGrp="1"/>
          </p:cNvSpPr>
          <p:nvPr>
            <p:ph type="body" sz="quarter" idx="24"/>
          </p:nvPr>
        </p:nvSpPr>
        <p:spPr>
          <a:xfrm>
            <a:off x="4199595" y="4071261"/>
            <a:ext cx="2556577" cy="365125"/>
          </a:xfrm>
        </p:spPr>
        <p:txBody>
          <a:bodyPr lIns="91440" tIns="45720" rIns="91440" bIns="45720" anchor="t"/>
          <a:lstStyle/>
          <a:p>
            <a:r>
              <a:rPr lang="en-US"/>
              <a:t>Beliefs</a:t>
            </a:r>
            <a:endParaRPr lang="en-US" dirty="0"/>
          </a:p>
        </p:txBody>
      </p:sp>
      <p:sp>
        <p:nvSpPr>
          <p:cNvPr id="71" name="Text Placeholder 70">
            <a:extLst>
              <a:ext uri="{FF2B5EF4-FFF2-40B4-BE49-F238E27FC236}">
                <a16:creationId xmlns:a16="http://schemas.microsoft.com/office/drawing/2014/main" id="{6DC1492D-B4FC-4834-8463-9F39FDB78181}"/>
              </a:ext>
            </a:extLst>
          </p:cNvPr>
          <p:cNvSpPr>
            <a:spLocks noGrp="1"/>
          </p:cNvSpPr>
          <p:nvPr>
            <p:ph type="body" sz="quarter" idx="19"/>
          </p:nvPr>
        </p:nvSpPr>
        <p:spPr>
          <a:xfrm>
            <a:off x="4199596" y="4383943"/>
            <a:ext cx="2556577" cy="1328236"/>
          </a:xfrm>
        </p:spPr>
        <p:txBody>
          <a:bodyPr lIns="91440" tIns="45720" rIns="91440" bIns="45720" anchor="t"/>
          <a:lstStyle/>
          <a:p>
            <a:r>
              <a:rPr lang="en-US" dirty="0"/>
              <a:t>Is our beliefs about what causes higher </a:t>
            </a:r>
            <a:r>
              <a:rPr lang="en-US"/>
              <a:t>interest rates and defaults leading us astray</a:t>
            </a:r>
          </a:p>
        </p:txBody>
      </p:sp>
      <p:sp>
        <p:nvSpPr>
          <p:cNvPr id="43" name="Text Placeholder 42">
            <a:extLst>
              <a:ext uri="{FF2B5EF4-FFF2-40B4-BE49-F238E27FC236}">
                <a16:creationId xmlns:a16="http://schemas.microsoft.com/office/drawing/2014/main" id="{F1C997B7-3BCB-422D-B850-6AD06C8FB9D1}"/>
              </a:ext>
            </a:extLst>
          </p:cNvPr>
          <p:cNvSpPr>
            <a:spLocks noGrp="1"/>
          </p:cNvSpPr>
          <p:nvPr>
            <p:ph type="body" sz="quarter" idx="23"/>
          </p:nvPr>
        </p:nvSpPr>
        <p:spPr>
          <a:xfrm>
            <a:off x="13585030" y="5707687"/>
            <a:ext cx="2556578" cy="365125"/>
          </a:xfrm>
        </p:spPr>
        <p:txBody>
          <a:bodyPr lIns="91440" tIns="45720" rIns="91440" bIns="45720" anchor="t"/>
          <a:lstStyle/>
          <a:p>
            <a:endParaRPr lang="en-US" dirty="0"/>
          </a:p>
        </p:txBody>
      </p:sp>
      <p:sp>
        <p:nvSpPr>
          <p:cNvPr id="7" name="Slide Number Placeholder 6">
            <a:extLst>
              <a:ext uri="{FF2B5EF4-FFF2-40B4-BE49-F238E27FC236}">
                <a16:creationId xmlns:a16="http://schemas.microsoft.com/office/drawing/2014/main" id="{6944EF00-08F5-4EC2-87BC-9CA90D8251D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2</a:t>
            </a:fld>
            <a:endParaRPr lang="en-US" dirty="0"/>
          </a:p>
        </p:txBody>
      </p:sp>
    </p:spTree>
    <p:extLst>
      <p:ext uri="{BB962C8B-B14F-4D97-AF65-F5344CB8AC3E}">
        <p14:creationId xmlns:p14="http://schemas.microsoft.com/office/powerpoint/2010/main" val="3109501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56F30711-3932-4012-B6C1-3B270E1293B3}"/>
              </a:ext>
            </a:extLst>
          </p:cNvPr>
          <p:cNvSpPr>
            <a:spLocks noGrp="1"/>
          </p:cNvSpPr>
          <p:nvPr>
            <p:ph type="body" sz="quarter" idx="13"/>
          </p:nvPr>
        </p:nvSpPr>
        <p:spPr>
          <a:xfrm>
            <a:off x="379005" y="4546458"/>
            <a:ext cx="2640803" cy="1616414"/>
          </a:xfrm>
        </p:spPr>
        <p:txBody>
          <a:bodyPr lIns="91440" tIns="45720" rIns="91440" bIns="45720" anchor="t"/>
          <a:lstStyle/>
          <a:p>
            <a:endParaRPr lang="en-US" dirty="0"/>
          </a:p>
        </p:txBody>
      </p:sp>
      <p:sp>
        <p:nvSpPr>
          <p:cNvPr id="31" name="Text Placeholder 30">
            <a:extLst>
              <a:ext uri="{FF2B5EF4-FFF2-40B4-BE49-F238E27FC236}">
                <a16:creationId xmlns:a16="http://schemas.microsoft.com/office/drawing/2014/main" id="{850A4385-C5CF-4BEE-B287-D3AC3C912861}"/>
              </a:ext>
            </a:extLst>
          </p:cNvPr>
          <p:cNvSpPr>
            <a:spLocks noGrp="1"/>
          </p:cNvSpPr>
          <p:nvPr>
            <p:ph type="body" sz="quarter" idx="22"/>
          </p:nvPr>
        </p:nvSpPr>
        <p:spPr>
          <a:xfrm>
            <a:off x="3237502" y="4234631"/>
            <a:ext cx="2640803" cy="365125"/>
          </a:xfrm>
        </p:spPr>
        <p:txBody>
          <a:bodyPr lIns="91440" tIns="45720" rIns="91440" bIns="45720" anchor="t"/>
          <a:lstStyle/>
          <a:p>
            <a:endParaRPr lang="en-US" dirty="0"/>
          </a:p>
        </p:txBody>
      </p:sp>
      <p:sp>
        <p:nvSpPr>
          <p:cNvPr id="28" name="Text Placeholder 27">
            <a:extLst>
              <a:ext uri="{FF2B5EF4-FFF2-40B4-BE49-F238E27FC236}">
                <a16:creationId xmlns:a16="http://schemas.microsoft.com/office/drawing/2014/main" id="{CC9C5A8F-500B-4089-A210-65BE40581FE1}"/>
              </a:ext>
            </a:extLst>
          </p:cNvPr>
          <p:cNvSpPr>
            <a:spLocks noGrp="1"/>
          </p:cNvSpPr>
          <p:nvPr>
            <p:ph type="body" sz="quarter" idx="15"/>
          </p:nvPr>
        </p:nvSpPr>
        <p:spPr>
          <a:xfrm>
            <a:off x="3237503" y="4550146"/>
            <a:ext cx="2640803" cy="1616414"/>
          </a:xfrm>
        </p:spPr>
        <p:txBody>
          <a:bodyPr lIns="91440" tIns="45720" rIns="91440" bIns="45720" anchor="t"/>
          <a:lstStyle/>
          <a:p>
            <a:endParaRPr lang="en-US" dirty="0"/>
          </a:p>
        </p:txBody>
      </p:sp>
      <p:sp>
        <p:nvSpPr>
          <p:cNvPr id="32" name="Text Placeholder 31">
            <a:extLst>
              <a:ext uri="{FF2B5EF4-FFF2-40B4-BE49-F238E27FC236}">
                <a16:creationId xmlns:a16="http://schemas.microsoft.com/office/drawing/2014/main" id="{561059DA-EA8B-4860-B58D-BBFD6C2CFC5C}"/>
              </a:ext>
            </a:extLst>
          </p:cNvPr>
          <p:cNvSpPr>
            <a:spLocks noGrp="1"/>
          </p:cNvSpPr>
          <p:nvPr>
            <p:ph type="body" sz="quarter" idx="23"/>
          </p:nvPr>
        </p:nvSpPr>
        <p:spPr>
          <a:xfrm>
            <a:off x="6096000" y="4218499"/>
            <a:ext cx="2640803" cy="365125"/>
          </a:xfrm>
        </p:spPr>
        <p:txBody>
          <a:bodyPr lIns="91440" tIns="45720" rIns="91440" bIns="45720" anchor="t"/>
          <a:lstStyle/>
          <a:p>
            <a:endParaRPr lang="en-US" dirty="0"/>
          </a:p>
        </p:txBody>
      </p:sp>
      <p:sp>
        <p:nvSpPr>
          <p:cNvPr id="29" name="Text Placeholder 28">
            <a:extLst>
              <a:ext uri="{FF2B5EF4-FFF2-40B4-BE49-F238E27FC236}">
                <a16:creationId xmlns:a16="http://schemas.microsoft.com/office/drawing/2014/main" id="{491AC0FF-532B-4B36-BE1C-83B71D783B45}"/>
              </a:ext>
            </a:extLst>
          </p:cNvPr>
          <p:cNvSpPr>
            <a:spLocks noGrp="1"/>
          </p:cNvSpPr>
          <p:nvPr>
            <p:ph type="body" sz="quarter" idx="17"/>
          </p:nvPr>
        </p:nvSpPr>
        <p:spPr>
          <a:xfrm>
            <a:off x="6096000" y="4534014"/>
            <a:ext cx="2640803" cy="1616414"/>
          </a:xfrm>
        </p:spPr>
        <p:txBody>
          <a:bodyPr lIns="91440" tIns="45720" rIns="91440" bIns="45720" anchor="t"/>
          <a:lstStyle/>
          <a:p>
            <a:endParaRPr lang="en-US"/>
          </a:p>
        </p:txBody>
      </p:sp>
      <p:sp>
        <p:nvSpPr>
          <p:cNvPr id="33" name="Text Placeholder 32">
            <a:extLst>
              <a:ext uri="{FF2B5EF4-FFF2-40B4-BE49-F238E27FC236}">
                <a16:creationId xmlns:a16="http://schemas.microsoft.com/office/drawing/2014/main" id="{921263C4-F13B-47F6-A4A0-816A8D261C29}"/>
              </a:ext>
            </a:extLst>
          </p:cNvPr>
          <p:cNvSpPr>
            <a:spLocks noGrp="1"/>
          </p:cNvSpPr>
          <p:nvPr>
            <p:ph type="body" sz="quarter" idx="24"/>
          </p:nvPr>
        </p:nvSpPr>
        <p:spPr>
          <a:xfrm>
            <a:off x="8946967" y="4218499"/>
            <a:ext cx="2640803" cy="365125"/>
          </a:xfrm>
        </p:spPr>
        <p:txBody>
          <a:bodyPr lIns="91440" tIns="45720" rIns="91440" bIns="45720" anchor="t"/>
          <a:lstStyle/>
          <a:p>
            <a:endParaRPr lang="en-US" dirty="0"/>
          </a:p>
        </p:txBody>
      </p:sp>
      <p:sp>
        <p:nvSpPr>
          <p:cNvPr id="4" name="Slide Number Placeholder 3">
            <a:extLst>
              <a:ext uri="{FF2B5EF4-FFF2-40B4-BE49-F238E27FC236}">
                <a16:creationId xmlns:a16="http://schemas.microsoft.com/office/drawing/2014/main" id="{BDAFBEEF-2BDC-48F9-ACA2-5A9324E7BFE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3</a:t>
            </a:fld>
            <a:endParaRPr lang="en-US" dirty="0"/>
          </a:p>
        </p:txBody>
      </p:sp>
      <p:sp>
        <p:nvSpPr>
          <p:cNvPr id="7" name="Text Placeholder 6">
            <a:extLst>
              <a:ext uri="{FF2B5EF4-FFF2-40B4-BE49-F238E27FC236}">
                <a16:creationId xmlns:a16="http://schemas.microsoft.com/office/drawing/2014/main" id="{1BB15E86-CD51-3593-E8E7-D144A0623928}"/>
              </a:ext>
            </a:extLst>
          </p:cNvPr>
          <p:cNvSpPr>
            <a:spLocks noGrp="1"/>
          </p:cNvSpPr>
          <p:nvPr>
            <p:ph type="body" sz="quarter" idx="12"/>
          </p:nvPr>
        </p:nvSpPr>
        <p:spPr/>
        <p:txBody>
          <a:bodyPr/>
          <a:lstStyle/>
          <a:p>
            <a:endParaRPr lang="en-US"/>
          </a:p>
        </p:txBody>
      </p:sp>
      <p:sp>
        <p:nvSpPr>
          <p:cNvPr id="13" name="Text Placeholder 12">
            <a:extLst>
              <a:ext uri="{FF2B5EF4-FFF2-40B4-BE49-F238E27FC236}">
                <a16:creationId xmlns:a16="http://schemas.microsoft.com/office/drawing/2014/main" id="{10A6F1B5-7F89-CC0D-B271-F15E4C317CD0}"/>
              </a:ext>
            </a:extLst>
          </p:cNvPr>
          <p:cNvSpPr>
            <a:spLocks noGrp="1"/>
          </p:cNvSpPr>
          <p:nvPr>
            <p:ph type="body" sz="quarter" idx="19"/>
          </p:nvPr>
        </p:nvSpPr>
        <p:spPr/>
        <p:txBody>
          <a:bodyPr/>
          <a:lstStyle/>
          <a:p>
            <a:endParaRPr lang="en-US"/>
          </a:p>
        </p:txBody>
      </p:sp>
      <p:sp>
        <p:nvSpPr>
          <p:cNvPr id="22" name="Title 21">
            <a:extLst>
              <a:ext uri="{FF2B5EF4-FFF2-40B4-BE49-F238E27FC236}">
                <a16:creationId xmlns:a16="http://schemas.microsoft.com/office/drawing/2014/main" id="{363FF342-0B8F-505E-0022-29CE9A83F056}"/>
              </a:ext>
            </a:extLst>
          </p:cNvPr>
          <p:cNvSpPr>
            <a:spLocks noGrp="1"/>
          </p:cNvSpPr>
          <p:nvPr>
            <p:ph type="title"/>
          </p:nvPr>
        </p:nvSpPr>
        <p:spPr/>
        <p:txBody>
          <a:bodyPr/>
          <a:lstStyle/>
          <a:p>
            <a:endParaRPr lang="en-US"/>
          </a:p>
        </p:txBody>
      </p:sp>
      <p:pic>
        <p:nvPicPr>
          <p:cNvPr id="2" name="Picture 1" descr="A graph of blue and orange bars&#10;&#10;AI-generated content may be incorrect.">
            <a:extLst>
              <a:ext uri="{FF2B5EF4-FFF2-40B4-BE49-F238E27FC236}">
                <a16:creationId xmlns:a16="http://schemas.microsoft.com/office/drawing/2014/main" id="{DE7CDFC7-BC7A-8DAC-94C3-D5A3E4CFF3F3}"/>
              </a:ext>
            </a:extLst>
          </p:cNvPr>
          <p:cNvPicPr>
            <a:picLocks noChangeAspect="1"/>
          </p:cNvPicPr>
          <p:nvPr/>
        </p:nvPicPr>
        <p:blipFill>
          <a:blip r:embed="rId3"/>
          <a:stretch>
            <a:fillRect/>
          </a:stretch>
        </p:blipFill>
        <p:spPr>
          <a:xfrm>
            <a:off x="1132308" y="582374"/>
            <a:ext cx="9481687" cy="5592612"/>
          </a:xfrm>
          <a:prstGeom prst="rect">
            <a:avLst/>
          </a:prstGeom>
        </p:spPr>
      </p:pic>
    </p:spTree>
    <p:extLst>
      <p:ext uri="{BB962C8B-B14F-4D97-AF65-F5344CB8AC3E}">
        <p14:creationId xmlns:p14="http://schemas.microsoft.com/office/powerpoint/2010/main" val="2961106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63F71-E6AF-4A5C-4A7A-4B081B1AD8EA}"/>
            </a:ext>
          </a:extLst>
        </p:cNvPr>
        <p:cNvGrpSpPr/>
        <p:nvPr/>
      </p:nvGrpSpPr>
      <p:grpSpPr>
        <a:xfrm>
          <a:off x="0" y="0"/>
          <a:ext cx="0" cy="0"/>
          <a:chOff x="0" y="0"/>
          <a:chExt cx="0" cy="0"/>
        </a:xfrm>
      </p:grpSpPr>
      <p:sp>
        <p:nvSpPr>
          <p:cNvPr id="27" name="Text Placeholder 26">
            <a:extLst>
              <a:ext uri="{FF2B5EF4-FFF2-40B4-BE49-F238E27FC236}">
                <a16:creationId xmlns:a16="http://schemas.microsoft.com/office/drawing/2014/main" id="{4555C5FB-0B8C-4BA9-8C99-E44164561021}"/>
              </a:ext>
            </a:extLst>
          </p:cNvPr>
          <p:cNvSpPr>
            <a:spLocks noGrp="1"/>
          </p:cNvSpPr>
          <p:nvPr>
            <p:ph type="body" sz="quarter" idx="13"/>
          </p:nvPr>
        </p:nvSpPr>
        <p:spPr>
          <a:xfrm>
            <a:off x="379005" y="4546458"/>
            <a:ext cx="2640803" cy="1616414"/>
          </a:xfrm>
        </p:spPr>
        <p:txBody>
          <a:bodyPr lIns="91440" tIns="45720" rIns="91440" bIns="45720" anchor="t"/>
          <a:lstStyle/>
          <a:p>
            <a:endParaRPr lang="en-US" dirty="0"/>
          </a:p>
        </p:txBody>
      </p:sp>
      <p:sp>
        <p:nvSpPr>
          <p:cNvPr id="31" name="Text Placeholder 30">
            <a:extLst>
              <a:ext uri="{FF2B5EF4-FFF2-40B4-BE49-F238E27FC236}">
                <a16:creationId xmlns:a16="http://schemas.microsoft.com/office/drawing/2014/main" id="{43336077-CDA9-D61D-B023-71E3C3D4B827}"/>
              </a:ext>
            </a:extLst>
          </p:cNvPr>
          <p:cNvSpPr>
            <a:spLocks noGrp="1"/>
          </p:cNvSpPr>
          <p:nvPr>
            <p:ph type="body" sz="quarter" idx="22"/>
          </p:nvPr>
        </p:nvSpPr>
        <p:spPr>
          <a:xfrm>
            <a:off x="3237502" y="4234631"/>
            <a:ext cx="2640803" cy="365125"/>
          </a:xfrm>
        </p:spPr>
        <p:txBody>
          <a:bodyPr lIns="91440" tIns="45720" rIns="91440" bIns="45720" anchor="t"/>
          <a:lstStyle/>
          <a:p>
            <a:endParaRPr lang="en-US" dirty="0"/>
          </a:p>
        </p:txBody>
      </p:sp>
      <p:sp>
        <p:nvSpPr>
          <p:cNvPr id="28" name="Text Placeholder 27">
            <a:extLst>
              <a:ext uri="{FF2B5EF4-FFF2-40B4-BE49-F238E27FC236}">
                <a16:creationId xmlns:a16="http://schemas.microsoft.com/office/drawing/2014/main" id="{1DED2639-FD6D-EE75-9A16-5D7E016B965A}"/>
              </a:ext>
            </a:extLst>
          </p:cNvPr>
          <p:cNvSpPr>
            <a:spLocks noGrp="1"/>
          </p:cNvSpPr>
          <p:nvPr>
            <p:ph type="body" sz="quarter" idx="15"/>
          </p:nvPr>
        </p:nvSpPr>
        <p:spPr>
          <a:xfrm>
            <a:off x="3237503" y="4550146"/>
            <a:ext cx="2640803" cy="1616414"/>
          </a:xfrm>
        </p:spPr>
        <p:txBody>
          <a:bodyPr lIns="91440" tIns="45720" rIns="91440" bIns="45720" anchor="t"/>
          <a:lstStyle/>
          <a:p>
            <a:endParaRPr lang="en-US" dirty="0"/>
          </a:p>
        </p:txBody>
      </p:sp>
      <p:sp>
        <p:nvSpPr>
          <p:cNvPr id="32" name="Text Placeholder 31">
            <a:extLst>
              <a:ext uri="{FF2B5EF4-FFF2-40B4-BE49-F238E27FC236}">
                <a16:creationId xmlns:a16="http://schemas.microsoft.com/office/drawing/2014/main" id="{9F39CA7E-7B33-1956-1707-833FE41E7BB0}"/>
              </a:ext>
            </a:extLst>
          </p:cNvPr>
          <p:cNvSpPr>
            <a:spLocks noGrp="1"/>
          </p:cNvSpPr>
          <p:nvPr>
            <p:ph type="body" sz="quarter" idx="23"/>
          </p:nvPr>
        </p:nvSpPr>
        <p:spPr>
          <a:xfrm>
            <a:off x="6096000" y="4218499"/>
            <a:ext cx="2640803" cy="365125"/>
          </a:xfrm>
        </p:spPr>
        <p:txBody>
          <a:bodyPr lIns="91440" tIns="45720" rIns="91440" bIns="45720" anchor="t"/>
          <a:lstStyle/>
          <a:p>
            <a:endParaRPr lang="en-US" dirty="0"/>
          </a:p>
        </p:txBody>
      </p:sp>
      <p:sp>
        <p:nvSpPr>
          <p:cNvPr id="29" name="Text Placeholder 28">
            <a:extLst>
              <a:ext uri="{FF2B5EF4-FFF2-40B4-BE49-F238E27FC236}">
                <a16:creationId xmlns:a16="http://schemas.microsoft.com/office/drawing/2014/main" id="{9B3769F2-D3A1-49FA-C5B7-4F1384C2DB7F}"/>
              </a:ext>
            </a:extLst>
          </p:cNvPr>
          <p:cNvSpPr>
            <a:spLocks noGrp="1"/>
          </p:cNvSpPr>
          <p:nvPr>
            <p:ph type="body" sz="quarter" idx="17"/>
          </p:nvPr>
        </p:nvSpPr>
        <p:spPr>
          <a:xfrm>
            <a:off x="6096000" y="4534014"/>
            <a:ext cx="2640803" cy="1616414"/>
          </a:xfrm>
        </p:spPr>
        <p:txBody>
          <a:bodyPr lIns="91440" tIns="45720" rIns="91440" bIns="45720" anchor="t"/>
          <a:lstStyle/>
          <a:p>
            <a:endParaRPr lang="en-US"/>
          </a:p>
        </p:txBody>
      </p:sp>
      <p:sp>
        <p:nvSpPr>
          <p:cNvPr id="33" name="Text Placeholder 32">
            <a:extLst>
              <a:ext uri="{FF2B5EF4-FFF2-40B4-BE49-F238E27FC236}">
                <a16:creationId xmlns:a16="http://schemas.microsoft.com/office/drawing/2014/main" id="{A6AB817D-4F8F-EDAD-7AB1-0AC77581426E}"/>
              </a:ext>
            </a:extLst>
          </p:cNvPr>
          <p:cNvSpPr>
            <a:spLocks noGrp="1"/>
          </p:cNvSpPr>
          <p:nvPr>
            <p:ph type="body" sz="quarter" idx="24"/>
          </p:nvPr>
        </p:nvSpPr>
        <p:spPr>
          <a:xfrm>
            <a:off x="8946967" y="4218499"/>
            <a:ext cx="2640803" cy="365125"/>
          </a:xfrm>
        </p:spPr>
        <p:txBody>
          <a:bodyPr lIns="91440" tIns="45720" rIns="91440" bIns="45720" anchor="t"/>
          <a:lstStyle/>
          <a:p>
            <a:endParaRPr lang="en-US" dirty="0"/>
          </a:p>
        </p:txBody>
      </p:sp>
      <p:sp>
        <p:nvSpPr>
          <p:cNvPr id="3" name="Footer Placeholder 2">
            <a:extLst>
              <a:ext uri="{FF2B5EF4-FFF2-40B4-BE49-F238E27FC236}">
                <a16:creationId xmlns:a16="http://schemas.microsoft.com/office/drawing/2014/main" id="{4BEFB249-4AA6-84AA-6DDD-E96C7DE96B54}"/>
              </a:ext>
            </a:extLst>
          </p:cNvPr>
          <p:cNvSpPr>
            <a:spLocks noGrp="1"/>
          </p:cNvSpPr>
          <p:nvPr>
            <p:ph type="ftr" sz="quarter" idx="3"/>
          </p:nvPr>
        </p:nvSpPr>
        <p:spPr>
          <a:xfrm rot="5400000">
            <a:off x="10541127" y="1408176"/>
            <a:ext cx="2770499" cy="365125"/>
          </a:xfrm>
        </p:spPr>
        <p:txBody>
          <a:bodyPr lIns="91440" tIns="45720" rIns="91440" bIns="45720" anchor="ctr"/>
          <a:lstStyle/>
          <a:p>
            <a:endParaRPr lang="en-US" dirty="0"/>
          </a:p>
        </p:txBody>
      </p:sp>
      <p:sp>
        <p:nvSpPr>
          <p:cNvPr id="4" name="Slide Number Placeholder 3">
            <a:extLst>
              <a:ext uri="{FF2B5EF4-FFF2-40B4-BE49-F238E27FC236}">
                <a16:creationId xmlns:a16="http://schemas.microsoft.com/office/drawing/2014/main" id="{81C1179E-B490-5D42-3F06-1D6E1F0B74C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4</a:t>
            </a:fld>
            <a:endParaRPr lang="en-US" dirty="0"/>
          </a:p>
        </p:txBody>
      </p:sp>
      <p:sp>
        <p:nvSpPr>
          <p:cNvPr id="7" name="Text Placeholder 6">
            <a:extLst>
              <a:ext uri="{FF2B5EF4-FFF2-40B4-BE49-F238E27FC236}">
                <a16:creationId xmlns:a16="http://schemas.microsoft.com/office/drawing/2014/main" id="{38468017-0B96-EC24-B0C8-73E4EFCBD69C}"/>
              </a:ext>
            </a:extLst>
          </p:cNvPr>
          <p:cNvSpPr>
            <a:spLocks noGrp="1"/>
          </p:cNvSpPr>
          <p:nvPr>
            <p:ph type="body" sz="quarter" idx="12"/>
          </p:nvPr>
        </p:nvSpPr>
        <p:spPr/>
        <p:txBody>
          <a:bodyPr/>
          <a:lstStyle/>
          <a:p>
            <a:endParaRPr lang="en-US"/>
          </a:p>
        </p:txBody>
      </p:sp>
      <p:sp>
        <p:nvSpPr>
          <p:cNvPr id="13" name="Text Placeholder 12">
            <a:extLst>
              <a:ext uri="{FF2B5EF4-FFF2-40B4-BE49-F238E27FC236}">
                <a16:creationId xmlns:a16="http://schemas.microsoft.com/office/drawing/2014/main" id="{1249FBE7-F491-EC88-E1E0-20F3B05116F3}"/>
              </a:ext>
            </a:extLst>
          </p:cNvPr>
          <p:cNvSpPr>
            <a:spLocks noGrp="1"/>
          </p:cNvSpPr>
          <p:nvPr>
            <p:ph type="body" sz="quarter" idx="19"/>
          </p:nvPr>
        </p:nvSpPr>
        <p:spPr/>
        <p:txBody>
          <a:bodyPr/>
          <a:lstStyle/>
          <a:p>
            <a:endParaRPr lang="en-US"/>
          </a:p>
        </p:txBody>
      </p:sp>
      <p:sp>
        <p:nvSpPr>
          <p:cNvPr id="22" name="Title 21">
            <a:extLst>
              <a:ext uri="{FF2B5EF4-FFF2-40B4-BE49-F238E27FC236}">
                <a16:creationId xmlns:a16="http://schemas.microsoft.com/office/drawing/2014/main" id="{571ED932-2213-5F94-BFEE-3A578F6C96F6}"/>
              </a:ext>
            </a:extLst>
          </p:cNvPr>
          <p:cNvSpPr>
            <a:spLocks noGrp="1"/>
          </p:cNvSpPr>
          <p:nvPr>
            <p:ph type="title"/>
          </p:nvPr>
        </p:nvSpPr>
        <p:spPr/>
        <p:txBody>
          <a:bodyPr/>
          <a:lstStyle/>
          <a:p>
            <a:endParaRPr lang="en-US"/>
          </a:p>
        </p:txBody>
      </p:sp>
      <p:pic>
        <p:nvPicPr>
          <p:cNvPr id="2" name="Picture 1" descr="A map of the united states&#10;&#10;AI-generated content may be incorrect.">
            <a:extLst>
              <a:ext uri="{FF2B5EF4-FFF2-40B4-BE49-F238E27FC236}">
                <a16:creationId xmlns:a16="http://schemas.microsoft.com/office/drawing/2014/main" id="{5769E509-C692-B43C-44BE-686E930DF39B}"/>
              </a:ext>
            </a:extLst>
          </p:cNvPr>
          <p:cNvPicPr>
            <a:picLocks noChangeAspect="1"/>
          </p:cNvPicPr>
          <p:nvPr/>
        </p:nvPicPr>
        <p:blipFill>
          <a:blip r:embed="rId3"/>
          <a:srcRect l="126" r="5528" b="-633"/>
          <a:stretch>
            <a:fillRect/>
          </a:stretch>
        </p:blipFill>
        <p:spPr>
          <a:xfrm>
            <a:off x="204845" y="101757"/>
            <a:ext cx="11777815" cy="6648285"/>
          </a:xfrm>
          <a:prstGeom prst="rect">
            <a:avLst/>
          </a:prstGeom>
        </p:spPr>
      </p:pic>
    </p:spTree>
    <p:extLst>
      <p:ext uri="{BB962C8B-B14F-4D97-AF65-F5344CB8AC3E}">
        <p14:creationId xmlns:p14="http://schemas.microsoft.com/office/powerpoint/2010/main" val="2674144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683C4-0228-5B02-6AC4-44E72881D67D}"/>
            </a:ext>
          </a:extLst>
        </p:cNvPr>
        <p:cNvGrpSpPr/>
        <p:nvPr/>
      </p:nvGrpSpPr>
      <p:grpSpPr>
        <a:xfrm>
          <a:off x="0" y="0"/>
          <a:ext cx="0" cy="0"/>
          <a:chOff x="0" y="0"/>
          <a:chExt cx="0" cy="0"/>
        </a:xfrm>
      </p:grpSpPr>
      <p:sp>
        <p:nvSpPr>
          <p:cNvPr id="27" name="Text Placeholder 26">
            <a:extLst>
              <a:ext uri="{FF2B5EF4-FFF2-40B4-BE49-F238E27FC236}">
                <a16:creationId xmlns:a16="http://schemas.microsoft.com/office/drawing/2014/main" id="{C0428BAE-51A6-3D76-292F-C8220F5F4B59}"/>
              </a:ext>
            </a:extLst>
          </p:cNvPr>
          <p:cNvSpPr>
            <a:spLocks noGrp="1"/>
          </p:cNvSpPr>
          <p:nvPr>
            <p:ph type="body" sz="quarter" idx="13"/>
          </p:nvPr>
        </p:nvSpPr>
        <p:spPr>
          <a:xfrm>
            <a:off x="379005" y="4546458"/>
            <a:ext cx="2640803" cy="1616414"/>
          </a:xfrm>
        </p:spPr>
        <p:txBody>
          <a:bodyPr lIns="91440" tIns="45720" rIns="91440" bIns="45720" anchor="t"/>
          <a:lstStyle/>
          <a:p>
            <a:endParaRPr lang="en-US" dirty="0"/>
          </a:p>
        </p:txBody>
      </p:sp>
      <p:sp>
        <p:nvSpPr>
          <p:cNvPr id="31" name="Text Placeholder 30">
            <a:extLst>
              <a:ext uri="{FF2B5EF4-FFF2-40B4-BE49-F238E27FC236}">
                <a16:creationId xmlns:a16="http://schemas.microsoft.com/office/drawing/2014/main" id="{1B72A8D3-70F3-73A6-9A46-0BD7C3772863}"/>
              </a:ext>
            </a:extLst>
          </p:cNvPr>
          <p:cNvSpPr>
            <a:spLocks noGrp="1"/>
          </p:cNvSpPr>
          <p:nvPr>
            <p:ph type="body" sz="quarter" idx="22"/>
          </p:nvPr>
        </p:nvSpPr>
        <p:spPr>
          <a:xfrm>
            <a:off x="3237502" y="4234631"/>
            <a:ext cx="2640803" cy="365125"/>
          </a:xfrm>
        </p:spPr>
        <p:txBody>
          <a:bodyPr lIns="91440" tIns="45720" rIns="91440" bIns="45720" anchor="t"/>
          <a:lstStyle/>
          <a:p>
            <a:endParaRPr lang="en-US" dirty="0"/>
          </a:p>
        </p:txBody>
      </p:sp>
      <p:sp>
        <p:nvSpPr>
          <p:cNvPr id="28" name="Text Placeholder 27">
            <a:extLst>
              <a:ext uri="{FF2B5EF4-FFF2-40B4-BE49-F238E27FC236}">
                <a16:creationId xmlns:a16="http://schemas.microsoft.com/office/drawing/2014/main" id="{8196F66A-1840-9744-0424-FAFABBDE6845}"/>
              </a:ext>
            </a:extLst>
          </p:cNvPr>
          <p:cNvSpPr>
            <a:spLocks noGrp="1"/>
          </p:cNvSpPr>
          <p:nvPr>
            <p:ph type="body" sz="quarter" idx="15"/>
          </p:nvPr>
        </p:nvSpPr>
        <p:spPr>
          <a:xfrm>
            <a:off x="3237503" y="4550146"/>
            <a:ext cx="2640803" cy="1616414"/>
          </a:xfrm>
        </p:spPr>
        <p:txBody>
          <a:bodyPr lIns="91440" tIns="45720" rIns="91440" bIns="45720" anchor="t"/>
          <a:lstStyle/>
          <a:p>
            <a:endParaRPr lang="en-US" dirty="0"/>
          </a:p>
        </p:txBody>
      </p:sp>
      <p:sp>
        <p:nvSpPr>
          <p:cNvPr id="32" name="Text Placeholder 31">
            <a:extLst>
              <a:ext uri="{FF2B5EF4-FFF2-40B4-BE49-F238E27FC236}">
                <a16:creationId xmlns:a16="http://schemas.microsoft.com/office/drawing/2014/main" id="{AD5BB0C4-70BE-5602-1D52-8CF8D53ABD91}"/>
              </a:ext>
            </a:extLst>
          </p:cNvPr>
          <p:cNvSpPr>
            <a:spLocks noGrp="1"/>
          </p:cNvSpPr>
          <p:nvPr>
            <p:ph type="body" sz="quarter" idx="23"/>
          </p:nvPr>
        </p:nvSpPr>
        <p:spPr>
          <a:xfrm>
            <a:off x="6096000" y="4218499"/>
            <a:ext cx="2640803" cy="365125"/>
          </a:xfrm>
        </p:spPr>
        <p:txBody>
          <a:bodyPr lIns="91440" tIns="45720" rIns="91440" bIns="45720" anchor="t"/>
          <a:lstStyle/>
          <a:p>
            <a:endParaRPr lang="en-US" dirty="0"/>
          </a:p>
        </p:txBody>
      </p:sp>
      <p:sp>
        <p:nvSpPr>
          <p:cNvPr id="29" name="Text Placeholder 28">
            <a:extLst>
              <a:ext uri="{FF2B5EF4-FFF2-40B4-BE49-F238E27FC236}">
                <a16:creationId xmlns:a16="http://schemas.microsoft.com/office/drawing/2014/main" id="{E3E23C7F-04F7-D42D-C658-73A676C2AC95}"/>
              </a:ext>
            </a:extLst>
          </p:cNvPr>
          <p:cNvSpPr>
            <a:spLocks noGrp="1"/>
          </p:cNvSpPr>
          <p:nvPr>
            <p:ph type="body" sz="quarter" idx="17"/>
          </p:nvPr>
        </p:nvSpPr>
        <p:spPr>
          <a:xfrm>
            <a:off x="6096000" y="4534014"/>
            <a:ext cx="2640803" cy="1616414"/>
          </a:xfrm>
        </p:spPr>
        <p:txBody>
          <a:bodyPr lIns="91440" tIns="45720" rIns="91440" bIns="45720" anchor="t"/>
          <a:lstStyle/>
          <a:p>
            <a:endParaRPr lang="en-US"/>
          </a:p>
        </p:txBody>
      </p:sp>
      <p:sp>
        <p:nvSpPr>
          <p:cNvPr id="33" name="Text Placeholder 32">
            <a:extLst>
              <a:ext uri="{FF2B5EF4-FFF2-40B4-BE49-F238E27FC236}">
                <a16:creationId xmlns:a16="http://schemas.microsoft.com/office/drawing/2014/main" id="{89D16028-A7C8-884C-276B-6734B4FF23DE}"/>
              </a:ext>
            </a:extLst>
          </p:cNvPr>
          <p:cNvSpPr>
            <a:spLocks noGrp="1"/>
          </p:cNvSpPr>
          <p:nvPr>
            <p:ph type="body" sz="quarter" idx="24"/>
          </p:nvPr>
        </p:nvSpPr>
        <p:spPr>
          <a:xfrm>
            <a:off x="8946967" y="4218499"/>
            <a:ext cx="2640803" cy="365125"/>
          </a:xfrm>
        </p:spPr>
        <p:txBody>
          <a:bodyPr lIns="91440" tIns="45720" rIns="91440" bIns="45720" anchor="t"/>
          <a:lstStyle/>
          <a:p>
            <a:endParaRPr lang="en-US" dirty="0"/>
          </a:p>
        </p:txBody>
      </p:sp>
      <p:sp>
        <p:nvSpPr>
          <p:cNvPr id="3" name="Footer Placeholder 2">
            <a:extLst>
              <a:ext uri="{FF2B5EF4-FFF2-40B4-BE49-F238E27FC236}">
                <a16:creationId xmlns:a16="http://schemas.microsoft.com/office/drawing/2014/main" id="{EC7FFE33-C3DB-B768-FFC9-71C6085F1901}"/>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73144CC1-FD2F-D983-34DB-743EB48422B6}"/>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5</a:t>
            </a:fld>
            <a:endParaRPr lang="en-US" dirty="0"/>
          </a:p>
        </p:txBody>
      </p:sp>
      <p:sp>
        <p:nvSpPr>
          <p:cNvPr id="7" name="Text Placeholder 6">
            <a:extLst>
              <a:ext uri="{FF2B5EF4-FFF2-40B4-BE49-F238E27FC236}">
                <a16:creationId xmlns:a16="http://schemas.microsoft.com/office/drawing/2014/main" id="{9FF84B20-A8FF-3AFA-E8AD-7059FD0297B1}"/>
              </a:ext>
            </a:extLst>
          </p:cNvPr>
          <p:cNvSpPr>
            <a:spLocks noGrp="1"/>
          </p:cNvSpPr>
          <p:nvPr>
            <p:ph type="body" sz="quarter" idx="12"/>
          </p:nvPr>
        </p:nvSpPr>
        <p:spPr/>
        <p:txBody>
          <a:bodyPr/>
          <a:lstStyle/>
          <a:p>
            <a:endParaRPr lang="en-US"/>
          </a:p>
        </p:txBody>
      </p:sp>
      <p:sp>
        <p:nvSpPr>
          <p:cNvPr id="13" name="Text Placeholder 12">
            <a:extLst>
              <a:ext uri="{FF2B5EF4-FFF2-40B4-BE49-F238E27FC236}">
                <a16:creationId xmlns:a16="http://schemas.microsoft.com/office/drawing/2014/main" id="{0BF28531-0ECC-E908-B20D-4624730828F8}"/>
              </a:ext>
            </a:extLst>
          </p:cNvPr>
          <p:cNvSpPr>
            <a:spLocks noGrp="1"/>
          </p:cNvSpPr>
          <p:nvPr>
            <p:ph type="body" sz="quarter" idx="19"/>
          </p:nvPr>
        </p:nvSpPr>
        <p:spPr/>
        <p:txBody>
          <a:bodyPr/>
          <a:lstStyle/>
          <a:p>
            <a:endParaRPr lang="en-US"/>
          </a:p>
        </p:txBody>
      </p:sp>
      <p:sp>
        <p:nvSpPr>
          <p:cNvPr id="22" name="Title 21">
            <a:extLst>
              <a:ext uri="{FF2B5EF4-FFF2-40B4-BE49-F238E27FC236}">
                <a16:creationId xmlns:a16="http://schemas.microsoft.com/office/drawing/2014/main" id="{6F2A2B45-D92D-C504-6F55-00C391E54B19}"/>
              </a:ext>
            </a:extLst>
          </p:cNvPr>
          <p:cNvSpPr>
            <a:spLocks noGrp="1"/>
          </p:cNvSpPr>
          <p:nvPr>
            <p:ph type="title"/>
          </p:nvPr>
        </p:nvSpPr>
        <p:spPr/>
        <p:txBody>
          <a:bodyPr/>
          <a:lstStyle/>
          <a:p>
            <a:endParaRPr lang="en-US"/>
          </a:p>
        </p:txBody>
      </p:sp>
      <p:pic>
        <p:nvPicPr>
          <p:cNvPr id="2" name="Picture 1" descr="A graph of a credit rate&#10;&#10;AI-generated content may be incorrect.">
            <a:extLst>
              <a:ext uri="{FF2B5EF4-FFF2-40B4-BE49-F238E27FC236}">
                <a16:creationId xmlns:a16="http://schemas.microsoft.com/office/drawing/2014/main" id="{ABF05492-BA6B-D717-D19F-33D79348708B}"/>
              </a:ext>
            </a:extLst>
          </p:cNvPr>
          <p:cNvPicPr>
            <a:picLocks noChangeAspect="1"/>
          </p:cNvPicPr>
          <p:nvPr/>
        </p:nvPicPr>
        <p:blipFill>
          <a:blip r:embed="rId3"/>
          <a:stretch>
            <a:fillRect/>
          </a:stretch>
        </p:blipFill>
        <p:spPr>
          <a:xfrm>
            <a:off x="198049" y="200475"/>
            <a:ext cx="5656773" cy="6327655"/>
          </a:xfrm>
          <a:prstGeom prst="rect">
            <a:avLst/>
          </a:prstGeom>
        </p:spPr>
      </p:pic>
      <p:pic>
        <p:nvPicPr>
          <p:cNvPr id="5" name="Picture 4">
            <a:extLst>
              <a:ext uri="{FF2B5EF4-FFF2-40B4-BE49-F238E27FC236}">
                <a16:creationId xmlns:a16="http://schemas.microsoft.com/office/drawing/2014/main" id="{2597E5BB-659A-C32D-EAED-29D2B1DF010A}"/>
              </a:ext>
            </a:extLst>
          </p:cNvPr>
          <p:cNvPicPr>
            <a:picLocks noChangeAspect="1"/>
          </p:cNvPicPr>
          <p:nvPr/>
        </p:nvPicPr>
        <p:blipFill>
          <a:blip r:embed="rId4"/>
          <a:stretch>
            <a:fillRect/>
          </a:stretch>
        </p:blipFill>
        <p:spPr>
          <a:xfrm>
            <a:off x="6092765" y="200476"/>
            <a:ext cx="5858058" cy="6342033"/>
          </a:xfrm>
          <a:prstGeom prst="rect">
            <a:avLst/>
          </a:prstGeom>
        </p:spPr>
      </p:pic>
    </p:spTree>
    <p:extLst>
      <p:ext uri="{BB962C8B-B14F-4D97-AF65-F5344CB8AC3E}">
        <p14:creationId xmlns:p14="http://schemas.microsoft.com/office/powerpoint/2010/main" val="2703602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89F8-C269-9500-AF3B-5625CDD18232}"/>
            </a:ext>
          </a:extLst>
        </p:cNvPr>
        <p:cNvGrpSpPr/>
        <p:nvPr/>
      </p:nvGrpSpPr>
      <p:grpSpPr>
        <a:xfrm>
          <a:off x="0" y="0"/>
          <a:ext cx="0" cy="0"/>
          <a:chOff x="0" y="0"/>
          <a:chExt cx="0" cy="0"/>
        </a:xfrm>
      </p:grpSpPr>
      <p:sp>
        <p:nvSpPr>
          <p:cNvPr id="27" name="Text Placeholder 26">
            <a:extLst>
              <a:ext uri="{FF2B5EF4-FFF2-40B4-BE49-F238E27FC236}">
                <a16:creationId xmlns:a16="http://schemas.microsoft.com/office/drawing/2014/main" id="{3F1C2F66-108A-8718-10A0-3CD860665C15}"/>
              </a:ext>
            </a:extLst>
          </p:cNvPr>
          <p:cNvSpPr>
            <a:spLocks noGrp="1"/>
          </p:cNvSpPr>
          <p:nvPr>
            <p:ph type="body" sz="quarter" idx="13"/>
          </p:nvPr>
        </p:nvSpPr>
        <p:spPr>
          <a:xfrm>
            <a:off x="379005" y="4546458"/>
            <a:ext cx="2640803" cy="1616414"/>
          </a:xfrm>
        </p:spPr>
        <p:txBody>
          <a:bodyPr lIns="91440" tIns="45720" rIns="91440" bIns="45720" anchor="t"/>
          <a:lstStyle/>
          <a:p>
            <a:endParaRPr lang="en-US" dirty="0"/>
          </a:p>
        </p:txBody>
      </p:sp>
      <p:sp>
        <p:nvSpPr>
          <p:cNvPr id="31" name="Text Placeholder 30">
            <a:extLst>
              <a:ext uri="{FF2B5EF4-FFF2-40B4-BE49-F238E27FC236}">
                <a16:creationId xmlns:a16="http://schemas.microsoft.com/office/drawing/2014/main" id="{730A48F9-C1B3-9BAF-7C39-128421EA30AC}"/>
              </a:ext>
            </a:extLst>
          </p:cNvPr>
          <p:cNvSpPr>
            <a:spLocks noGrp="1"/>
          </p:cNvSpPr>
          <p:nvPr>
            <p:ph type="body" sz="quarter" idx="22"/>
          </p:nvPr>
        </p:nvSpPr>
        <p:spPr>
          <a:xfrm>
            <a:off x="3237502" y="4234631"/>
            <a:ext cx="2640803" cy="365125"/>
          </a:xfrm>
        </p:spPr>
        <p:txBody>
          <a:bodyPr lIns="91440" tIns="45720" rIns="91440" bIns="45720" anchor="t"/>
          <a:lstStyle/>
          <a:p>
            <a:endParaRPr lang="en-US" dirty="0"/>
          </a:p>
        </p:txBody>
      </p:sp>
      <p:sp>
        <p:nvSpPr>
          <p:cNvPr id="28" name="Text Placeholder 27">
            <a:extLst>
              <a:ext uri="{FF2B5EF4-FFF2-40B4-BE49-F238E27FC236}">
                <a16:creationId xmlns:a16="http://schemas.microsoft.com/office/drawing/2014/main" id="{52548390-79EB-43DC-205D-24C7FD9349C8}"/>
              </a:ext>
            </a:extLst>
          </p:cNvPr>
          <p:cNvSpPr>
            <a:spLocks noGrp="1"/>
          </p:cNvSpPr>
          <p:nvPr>
            <p:ph type="body" sz="quarter" idx="15"/>
          </p:nvPr>
        </p:nvSpPr>
        <p:spPr>
          <a:xfrm>
            <a:off x="3237503" y="4550146"/>
            <a:ext cx="2640803" cy="1616414"/>
          </a:xfrm>
        </p:spPr>
        <p:txBody>
          <a:bodyPr lIns="91440" tIns="45720" rIns="91440" bIns="45720" anchor="t"/>
          <a:lstStyle/>
          <a:p>
            <a:endParaRPr lang="en-US" dirty="0"/>
          </a:p>
        </p:txBody>
      </p:sp>
      <p:sp>
        <p:nvSpPr>
          <p:cNvPr id="32" name="Text Placeholder 31">
            <a:extLst>
              <a:ext uri="{FF2B5EF4-FFF2-40B4-BE49-F238E27FC236}">
                <a16:creationId xmlns:a16="http://schemas.microsoft.com/office/drawing/2014/main" id="{13C3BC40-19A7-1E9E-33F6-4511295A21BF}"/>
              </a:ext>
            </a:extLst>
          </p:cNvPr>
          <p:cNvSpPr>
            <a:spLocks noGrp="1"/>
          </p:cNvSpPr>
          <p:nvPr>
            <p:ph type="body" sz="quarter" idx="23"/>
          </p:nvPr>
        </p:nvSpPr>
        <p:spPr>
          <a:xfrm>
            <a:off x="6096000" y="4218499"/>
            <a:ext cx="2640803" cy="365125"/>
          </a:xfrm>
        </p:spPr>
        <p:txBody>
          <a:bodyPr lIns="91440" tIns="45720" rIns="91440" bIns="45720" anchor="t"/>
          <a:lstStyle/>
          <a:p>
            <a:endParaRPr lang="en-US" dirty="0"/>
          </a:p>
        </p:txBody>
      </p:sp>
      <p:sp>
        <p:nvSpPr>
          <p:cNvPr id="29" name="Text Placeholder 28">
            <a:extLst>
              <a:ext uri="{FF2B5EF4-FFF2-40B4-BE49-F238E27FC236}">
                <a16:creationId xmlns:a16="http://schemas.microsoft.com/office/drawing/2014/main" id="{19556F53-32E5-A306-7A25-03A14089E582}"/>
              </a:ext>
            </a:extLst>
          </p:cNvPr>
          <p:cNvSpPr>
            <a:spLocks noGrp="1"/>
          </p:cNvSpPr>
          <p:nvPr>
            <p:ph type="body" sz="quarter" idx="17"/>
          </p:nvPr>
        </p:nvSpPr>
        <p:spPr>
          <a:xfrm>
            <a:off x="6096000" y="4534014"/>
            <a:ext cx="2640803" cy="1616414"/>
          </a:xfrm>
        </p:spPr>
        <p:txBody>
          <a:bodyPr lIns="91440" tIns="45720" rIns="91440" bIns="45720" anchor="t"/>
          <a:lstStyle/>
          <a:p>
            <a:endParaRPr lang="en-US"/>
          </a:p>
        </p:txBody>
      </p:sp>
      <p:sp>
        <p:nvSpPr>
          <p:cNvPr id="33" name="Text Placeholder 32">
            <a:extLst>
              <a:ext uri="{FF2B5EF4-FFF2-40B4-BE49-F238E27FC236}">
                <a16:creationId xmlns:a16="http://schemas.microsoft.com/office/drawing/2014/main" id="{0AB7EB03-0A02-D10D-4E86-295086C94B40}"/>
              </a:ext>
            </a:extLst>
          </p:cNvPr>
          <p:cNvSpPr>
            <a:spLocks noGrp="1"/>
          </p:cNvSpPr>
          <p:nvPr>
            <p:ph type="body" sz="quarter" idx="24"/>
          </p:nvPr>
        </p:nvSpPr>
        <p:spPr>
          <a:xfrm>
            <a:off x="8946967" y="4218499"/>
            <a:ext cx="2640803" cy="365125"/>
          </a:xfrm>
        </p:spPr>
        <p:txBody>
          <a:bodyPr lIns="91440" tIns="45720" rIns="91440" bIns="45720" anchor="t"/>
          <a:lstStyle/>
          <a:p>
            <a:endParaRPr lang="en-US" dirty="0"/>
          </a:p>
        </p:txBody>
      </p:sp>
      <p:sp>
        <p:nvSpPr>
          <p:cNvPr id="3" name="Footer Placeholder 2">
            <a:extLst>
              <a:ext uri="{FF2B5EF4-FFF2-40B4-BE49-F238E27FC236}">
                <a16:creationId xmlns:a16="http://schemas.microsoft.com/office/drawing/2014/main" id="{2B5651A4-3668-FC44-2A59-B86E903EB45A}"/>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F3F9C057-9E43-0203-9A7C-84429EE4A44B}"/>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6</a:t>
            </a:fld>
            <a:endParaRPr lang="en-US" dirty="0"/>
          </a:p>
        </p:txBody>
      </p:sp>
      <p:sp>
        <p:nvSpPr>
          <p:cNvPr id="7" name="Text Placeholder 6">
            <a:extLst>
              <a:ext uri="{FF2B5EF4-FFF2-40B4-BE49-F238E27FC236}">
                <a16:creationId xmlns:a16="http://schemas.microsoft.com/office/drawing/2014/main" id="{1FB0E65A-51A6-4D82-A42A-945E2ABEB357}"/>
              </a:ext>
            </a:extLst>
          </p:cNvPr>
          <p:cNvSpPr>
            <a:spLocks noGrp="1"/>
          </p:cNvSpPr>
          <p:nvPr>
            <p:ph type="body" sz="quarter" idx="12"/>
          </p:nvPr>
        </p:nvSpPr>
        <p:spPr/>
        <p:txBody>
          <a:bodyPr/>
          <a:lstStyle/>
          <a:p>
            <a:endParaRPr lang="en-US"/>
          </a:p>
        </p:txBody>
      </p:sp>
      <p:sp>
        <p:nvSpPr>
          <p:cNvPr id="13" name="Text Placeholder 12">
            <a:extLst>
              <a:ext uri="{FF2B5EF4-FFF2-40B4-BE49-F238E27FC236}">
                <a16:creationId xmlns:a16="http://schemas.microsoft.com/office/drawing/2014/main" id="{094AC246-1FE1-F738-77FF-6C3FDC8222DB}"/>
              </a:ext>
            </a:extLst>
          </p:cNvPr>
          <p:cNvSpPr>
            <a:spLocks noGrp="1"/>
          </p:cNvSpPr>
          <p:nvPr>
            <p:ph type="body" sz="quarter" idx="19"/>
          </p:nvPr>
        </p:nvSpPr>
        <p:spPr/>
        <p:txBody>
          <a:bodyPr/>
          <a:lstStyle/>
          <a:p>
            <a:endParaRPr lang="en-US"/>
          </a:p>
        </p:txBody>
      </p:sp>
      <p:sp>
        <p:nvSpPr>
          <p:cNvPr id="22" name="Title 21">
            <a:extLst>
              <a:ext uri="{FF2B5EF4-FFF2-40B4-BE49-F238E27FC236}">
                <a16:creationId xmlns:a16="http://schemas.microsoft.com/office/drawing/2014/main" id="{4460760A-3922-0EA3-ED33-AC7D27F51E42}"/>
              </a:ext>
            </a:extLst>
          </p:cNvPr>
          <p:cNvSpPr>
            <a:spLocks noGrp="1"/>
          </p:cNvSpPr>
          <p:nvPr>
            <p:ph type="title"/>
          </p:nvPr>
        </p:nvSpPr>
        <p:spPr/>
        <p:txBody>
          <a:bodyPr/>
          <a:lstStyle/>
          <a:p>
            <a:endParaRPr lang="en-US"/>
          </a:p>
        </p:txBody>
      </p:sp>
      <p:pic>
        <p:nvPicPr>
          <p:cNvPr id="2" name="Picture 1">
            <a:extLst>
              <a:ext uri="{FF2B5EF4-FFF2-40B4-BE49-F238E27FC236}">
                <a16:creationId xmlns:a16="http://schemas.microsoft.com/office/drawing/2014/main" id="{7E73683E-A92C-CBDA-10B7-0A8F7E98892D}"/>
              </a:ext>
            </a:extLst>
          </p:cNvPr>
          <p:cNvPicPr>
            <a:picLocks noChangeAspect="1"/>
          </p:cNvPicPr>
          <p:nvPr/>
        </p:nvPicPr>
        <p:blipFill>
          <a:blip r:embed="rId3"/>
          <a:stretch>
            <a:fillRect/>
          </a:stretch>
        </p:blipFill>
        <p:spPr>
          <a:xfrm>
            <a:off x="845209" y="4225"/>
            <a:ext cx="10515956" cy="6849551"/>
          </a:xfrm>
          <a:prstGeom prst="rect">
            <a:avLst/>
          </a:prstGeom>
        </p:spPr>
      </p:pic>
    </p:spTree>
    <p:extLst>
      <p:ext uri="{BB962C8B-B14F-4D97-AF65-F5344CB8AC3E}">
        <p14:creationId xmlns:p14="http://schemas.microsoft.com/office/powerpoint/2010/main" val="608863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0C4A7-6DBB-7CF0-5F73-E17DED8469DC}"/>
            </a:ext>
          </a:extLst>
        </p:cNvPr>
        <p:cNvGrpSpPr/>
        <p:nvPr/>
      </p:nvGrpSpPr>
      <p:grpSpPr>
        <a:xfrm>
          <a:off x="0" y="0"/>
          <a:ext cx="0" cy="0"/>
          <a:chOff x="0" y="0"/>
          <a:chExt cx="0" cy="0"/>
        </a:xfrm>
      </p:grpSpPr>
      <p:sp>
        <p:nvSpPr>
          <p:cNvPr id="27" name="Text Placeholder 26">
            <a:extLst>
              <a:ext uri="{FF2B5EF4-FFF2-40B4-BE49-F238E27FC236}">
                <a16:creationId xmlns:a16="http://schemas.microsoft.com/office/drawing/2014/main" id="{3382C179-4E30-4F02-6AB7-DC17B29D4FE6}"/>
              </a:ext>
            </a:extLst>
          </p:cNvPr>
          <p:cNvSpPr>
            <a:spLocks noGrp="1"/>
          </p:cNvSpPr>
          <p:nvPr>
            <p:ph type="body" sz="quarter" idx="13"/>
          </p:nvPr>
        </p:nvSpPr>
        <p:spPr>
          <a:xfrm>
            <a:off x="379005" y="4546458"/>
            <a:ext cx="2640803" cy="1616414"/>
          </a:xfrm>
        </p:spPr>
        <p:txBody>
          <a:bodyPr lIns="91440" tIns="45720" rIns="91440" bIns="45720" anchor="t"/>
          <a:lstStyle/>
          <a:p>
            <a:endParaRPr lang="en-US" dirty="0"/>
          </a:p>
        </p:txBody>
      </p:sp>
      <p:sp>
        <p:nvSpPr>
          <p:cNvPr id="31" name="Text Placeholder 30">
            <a:extLst>
              <a:ext uri="{FF2B5EF4-FFF2-40B4-BE49-F238E27FC236}">
                <a16:creationId xmlns:a16="http://schemas.microsoft.com/office/drawing/2014/main" id="{42CD65E2-E244-C88E-1071-3217B747205F}"/>
              </a:ext>
            </a:extLst>
          </p:cNvPr>
          <p:cNvSpPr>
            <a:spLocks noGrp="1"/>
          </p:cNvSpPr>
          <p:nvPr>
            <p:ph type="body" sz="quarter" idx="22"/>
          </p:nvPr>
        </p:nvSpPr>
        <p:spPr>
          <a:xfrm>
            <a:off x="3237502" y="4234631"/>
            <a:ext cx="2640803" cy="365125"/>
          </a:xfrm>
        </p:spPr>
        <p:txBody>
          <a:bodyPr lIns="91440" tIns="45720" rIns="91440" bIns="45720" anchor="t"/>
          <a:lstStyle/>
          <a:p>
            <a:endParaRPr lang="en-US" dirty="0"/>
          </a:p>
        </p:txBody>
      </p:sp>
      <p:sp>
        <p:nvSpPr>
          <p:cNvPr id="28" name="Text Placeholder 27">
            <a:extLst>
              <a:ext uri="{FF2B5EF4-FFF2-40B4-BE49-F238E27FC236}">
                <a16:creationId xmlns:a16="http://schemas.microsoft.com/office/drawing/2014/main" id="{D061380B-D451-739C-EE89-FB2271F071AE}"/>
              </a:ext>
            </a:extLst>
          </p:cNvPr>
          <p:cNvSpPr>
            <a:spLocks noGrp="1"/>
          </p:cNvSpPr>
          <p:nvPr>
            <p:ph type="body" sz="quarter" idx="15"/>
          </p:nvPr>
        </p:nvSpPr>
        <p:spPr>
          <a:xfrm>
            <a:off x="3237503" y="4550146"/>
            <a:ext cx="2640803" cy="1616414"/>
          </a:xfrm>
        </p:spPr>
        <p:txBody>
          <a:bodyPr lIns="91440" tIns="45720" rIns="91440" bIns="45720" anchor="t"/>
          <a:lstStyle/>
          <a:p>
            <a:endParaRPr lang="en-US" dirty="0"/>
          </a:p>
        </p:txBody>
      </p:sp>
      <p:sp>
        <p:nvSpPr>
          <p:cNvPr id="32" name="Text Placeholder 31">
            <a:extLst>
              <a:ext uri="{FF2B5EF4-FFF2-40B4-BE49-F238E27FC236}">
                <a16:creationId xmlns:a16="http://schemas.microsoft.com/office/drawing/2014/main" id="{934405C7-71F5-44F0-4E72-43659D95841C}"/>
              </a:ext>
            </a:extLst>
          </p:cNvPr>
          <p:cNvSpPr>
            <a:spLocks noGrp="1"/>
          </p:cNvSpPr>
          <p:nvPr>
            <p:ph type="body" sz="quarter" idx="23"/>
          </p:nvPr>
        </p:nvSpPr>
        <p:spPr>
          <a:xfrm>
            <a:off x="6096000" y="4218499"/>
            <a:ext cx="2640803" cy="365125"/>
          </a:xfrm>
        </p:spPr>
        <p:txBody>
          <a:bodyPr lIns="91440" tIns="45720" rIns="91440" bIns="45720" anchor="t"/>
          <a:lstStyle/>
          <a:p>
            <a:endParaRPr lang="en-US" dirty="0"/>
          </a:p>
        </p:txBody>
      </p:sp>
      <p:sp>
        <p:nvSpPr>
          <p:cNvPr id="29" name="Text Placeholder 28">
            <a:extLst>
              <a:ext uri="{FF2B5EF4-FFF2-40B4-BE49-F238E27FC236}">
                <a16:creationId xmlns:a16="http://schemas.microsoft.com/office/drawing/2014/main" id="{7793DF94-AB95-C710-18EF-1AB0699712FD}"/>
              </a:ext>
            </a:extLst>
          </p:cNvPr>
          <p:cNvSpPr>
            <a:spLocks noGrp="1"/>
          </p:cNvSpPr>
          <p:nvPr>
            <p:ph type="body" sz="quarter" idx="17"/>
          </p:nvPr>
        </p:nvSpPr>
        <p:spPr>
          <a:xfrm>
            <a:off x="6096000" y="4534014"/>
            <a:ext cx="2640803" cy="1616414"/>
          </a:xfrm>
        </p:spPr>
        <p:txBody>
          <a:bodyPr lIns="91440" tIns="45720" rIns="91440" bIns="45720" anchor="t"/>
          <a:lstStyle/>
          <a:p>
            <a:endParaRPr lang="en-US"/>
          </a:p>
        </p:txBody>
      </p:sp>
      <p:sp>
        <p:nvSpPr>
          <p:cNvPr id="33" name="Text Placeholder 32">
            <a:extLst>
              <a:ext uri="{FF2B5EF4-FFF2-40B4-BE49-F238E27FC236}">
                <a16:creationId xmlns:a16="http://schemas.microsoft.com/office/drawing/2014/main" id="{BD5FFAB5-BE21-8077-B78D-C9ED7DD162A7}"/>
              </a:ext>
            </a:extLst>
          </p:cNvPr>
          <p:cNvSpPr>
            <a:spLocks noGrp="1"/>
          </p:cNvSpPr>
          <p:nvPr>
            <p:ph type="body" sz="quarter" idx="24"/>
          </p:nvPr>
        </p:nvSpPr>
        <p:spPr>
          <a:xfrm>
            <a:off x="8946967" y="4218499"/>
            <a:ext cx="2640803" cy="365125"/>
          </a:xfrm>
        </p:spPr>
        <p:txBody>
          <a:bodyPr lIns="91440" tIns="45720" rIns="91440" bIns="45720" anchor="t"/>
          <a:lstStyle/>
          <a:p>
            <a:endParaRPr lang="en-US" dirty="0"/>
          </a:p>
        </p:txBody>
      </p:sp>
      <p:sp>
        <p:nvSpPr>
          <p:cNvPr id="4" name="Slide Number Placeholder 3">
            <a:extLst>
              <a:ext uri="{FF2B5EF4-FFF2-40B4-BE49-F238E27FC236}">
                <a16:creationId xmlns:a16="http://schemas.microsoft.com/office/drawing/2014/main" id="{3BE808A1-9B1F-D97A-B551-27279ACBD7C7}"/>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7</a:t>
            </a:fld>
            <a:endParaRPr lang="en-US" dirty="0"/>
          </a:p>
        </p:txBody>
      </p:sp>
      <p:sp>
        <p:nvSpPr>
          <p:cNvPr id="7" name="Text Placeholder 6">
            <a:extLst>
              <a:ext uri="{FF2B5EF4-FFF2-40B4-BE49-F238E27FC236}">
                <a16:creationId xmlns:a16="http://schemas.microsoft.com/office/drawing/2014/main" id="{1C56E20A-0A78-C31A-2D4D-FDF5DD45CCB8}"/>
              </a:ext>
            </a:extLst>
          </p:cNvPr>
          <p:cNvSpPr>
            <a:spLocks noGrp="1"/>
          </p:cNvSpPr>
          <p:nvPr>
            <p:ph type="body" sz="quarter" idx="12"/>
          </p:nvPr>
        </p:nvSpPr>
        <p:spPr/>
        <p:txBody>
          <a:bodyPr/>
          <a:lstStyle/>
          <a:p>
            <a:endParaRPr lang="en-US"/>
          </a:p>
        </p:txBody>
      </p:sp>
      <p:sp>
        <p:nvSpPr>
          <p:cNvPr id="13" name="Text Placeholder 12">
            <a:extLst>
              <a:ext uri="{FF2B5EF4-FFF2-40B4-BE49-F238E27FC236}">
                <a16:creationId xmlns:a16="http://schemas.microsoft.com/office/drawing/2014/main" id="{5F4C62C5-4F79-57EE-3CEC-B9F01958E5B1}"/>
              </a:ext>
            </a:extLst>
          </p:cNvPr>
          <p:cNvSpPr>
            <a:spLocks noGrp="1"/>
          </p:cNvSpPr>
          <p:nvPr>
            <p:ph type="body" sz="quarter" idx="19"/>
          </p:nvPr>
        </p:nvSpPr>
        <p:spPr/>
        <p:txBody>
          <a:bodyPr/>
          <a:lstStyle/>
          <a:p>
            <a:endParaRPr lang="en-US"/>
          </a:p>
        </p:txBody>
      </p:sp>
      <p:sp>
        <p:nvSpPr>
          <p:cNvPr id="22" name="Title 21">
            <a:extLst>
              <a:ext uri="{FF2B5EF4-FFF2-40B4-BE49-F238E27FC236}">
                <a16:creationId xmlns:a16="http://schemas.microsoft.com/office/drawing/2014/main" id="{3DE239AD-C7CE-3B2D-4FE6-9D19DA792BCB}"/>
              </a:ext>
            </a:extLst>
          </p:cNvPr>
          <p:cNvSpPr>
            <a:spLocks noGrp="1"/>
          </p:cNvSpPr>
          <p:nvPr>
            <p:ph type="title"/>
          </p:nvPr>
        </p:nvSpPr>
        <p:spPr/>
        <p:txBody>
          <a:bodyPr/>
          <a:lstStyle/>
          <a:p>
            <a:endParaRPr lang="en-US"/>
          </a:p>
        </p:txBody>
      </p:sp>
      <p:pic>
        <p:nvPicPr>
          <p:cNvPr id="2" name="Picture 1" descr="A graph of a job&#10;&#10;AI-generated content may be incorrect.">
            <a:extLst>
              <a:ext uri="{FF2B5EF4-FFF2-40B4-BE49-F238E27FC236}">
                <a16:creationId xmlns:a16="http://schemas.microsoft.com/office/drawing/2014/main" id="{D1A9C6E3-67C6-FA63-07AF-B8DA5B10F57F}"/>
              </a:ext>
            </a:extLst>
          </p:cNvPr>
          <p:cNvPicPr>
            <a:picLocks noChangeAspect="1"/>
          </p:cNvPicPr>
          <p:nvPr/>
        </p:nvPicPr>
        <p:blipFill>
          <a:blip r:embed="rId3"/>
          <a:stretch>
            <a:fillRect/>
          </a:stretch>
        </p:blipFill>
        <p:spPr>
          <a:xfrm>
            <a:off x="387201" y="191130"/>
            <a:ext cx="11187561" cy="6260081"/>
          </a:xfrm>
          <a:prstGeom prst="rect">
            <a:avLst/>
          </a:prstGeom>
        </p:spPr>
      </p:pic>
    </p:spTree>
    <p:extLst>
      <p:ext uri="{BB962C8B-B14F-4D97-AF65-F5344CB8AC3E}">
        <p14:creationId xmlns:p14="http://schemas.microsoft.com/office/powerpoint/2010/main" val="157674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8A6AD16E-8FB5-4AC7-941E-313FBED6044E}"/>
              </a:ext>
            </a:extLst>
          </p:cNvPr>
          <p:cNvSpPr>
            <a:spLocks noGrp="1"/>
          </p:cNvSpPr>
          <p:nvPr>
            <p:ph type="title"/>
          </p:nvPr>
        </p:nvSpPr>
        <p:spPr>
          <a:xfrm>
            <a:off x="5679441" y="1259911"/>
            <a:ext cx="5124189" cy="492302"/>
          </a:xfrm>
        </p:spPr>
        <p:txBody>
          <a:bodyPr/>
          <a:lstStyle/>
          <a:p>
            <a:r>
              <a:rPr lang="en-US" dirty="0"/>
              <a:t>Summary</a:t>
            </a:r>
          </a:p>
        </p:txBody>
      </p:sp>
      <p:sp>
        <p:nvSpPr>
          <p:cNvPr id="22" name="Text Placeholder 21">
            <a:extLst>
              <a:ext uri="{FF2B5EF4-FFF2-40B4-BE49-F238E27FC236}">
                <a16:creationId xmlns:a16="http://schemas.microsoft.com/office/drawing/2014/main" id="{A3F3E4C8-A3E9-4D1E-AAF8-A6C4EF21F04E}"/>
              </a:ext>
            </a:extLst>
          </p:cNvPr>
          <p:cNvSpPr>
            <a:spLocks noGrp="1"/>
          </p:cNvSpPr>
          <p:nvPr>
            <p:ph type="body" sz="quarter" idx="14"/>
          </p:nvPr>
        </p:nvSpPr>
        <p:spPr>
          <a:xfrm>
            <a:off x="5679441" y="1752212"/>
            <a:ext cx="4856479" cy="2413388"/>
          </a:xfrm>
        </p:spPr>
        <p:txBody>
          <a:bodyPr lIns="91440" tIns="45720" rIns="91440" bIns="45720" anchor="t"/>
          <a:lstStyle/>
          <a:p>
            <a:pPr marL="285750" indent="-285750">
              <a:buFont typeface="Arial"/>
              <a:buChar char="•"/>
            </a:pPr>
            <a:r>
              <a:rPr lang="en-US" sz="1800" b="1">
                <a:ea typeface="+mn-lt"/>
                <a:cs typeface="+mn-lt"/>
              </a:rPr>
              <a:t>Credit Grade is King:</a:t>
            </a:r>
            <a:r>
              <a:rPr lang="en-US" sz="1800">
                <a:ea typeface="+mn-lt"/>
                <a:cs typeface="+mn-lt"/>
              </a:rPr>
              <a:t> The fundamentally assigned credit grade remains the most accurate linear predictor of both pricing and eventual failure, drastically outweighing the impact of a "Young/Thin" credit file.</a:t>
            </a:r>
            <a:endParaRPr lang="en-US" sz="1800" dirty="0"/>
          </a:p>
          <a:p>
            <a:pPr marL="285750" indent="-285750">
              <a:buFont typeface="Arial"/>
              <a:buChar char="•"/>
            </a:pPr>
            <a:r>
              <a:rPr lang="en-US" sz="1800" b="1">
                <a:ea typeface="+mn-lt"/>
                <a:cs typeface="+mn-lt"/>
              </a:rPr>
              <a:t>Geographic Risk Pockets:</a:t>
            </a:r>
            <a:r>
              <a:rPr lang="en-US" sz="1800">
                <a:ea typeface="+mn-lt"/>
                <a:cs typeface="+mn-lt"/>
              </a:rPr>
              <a:t> Portfolio risk is not uniformly distributed across the map; there is a distinct, concentrated cluster of elevated default rates isolated in the Southern United States.</a:t>
            </a:r>
            <a:endParaRPr lang="en-US" sz="1800" dirty="0"/>
          </a:p>
          <a:p>
            <a:endParaRPr lang="en-US" sz="1800" dirty="0"/>
          </a:p>
        </p:txBody>
      </p:sp>
      <p:sp>
        <p:nvSpPr>
          <p:cNvPr id="11" name="Footer Placeholder 10">
            <a:extLst>
              <a:ext uri="{FF2B5EF4-FFF2-40B4-BE49-F238E27FC236}">
                <a16:creationId xmlns:a16="http://schemas.microsoft.com/office/drawing/2014/main" id="{A2EB208E-E68C-4B43-8AD1-6B9A7F5F5BF5}"/>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12" name="Slide Number Placeholder 11">
            <a:extLst>
              <a:ext uri="{FF2B5EF4-FFF2-40B4-BE49-F238E27FC236}">
                <a16:creationId xmlns:a16="http://schemas.microsoft.com/office/drawing/2014/main" id="{312822BD-8CF7-4472-A607-0DD012817DB6}"/>
              </a:ext>
            </a:extLst>
          </p:cNvPr>
          <p:cNvSpPr>
            <a:spLocks noGrp="1"/>
          </p:cNvSpPr>
          <p:nvPr>
            <p:ph type="sldNum" sz="quarter" idx="4"/>
          </p:nvPr>
        </p:nvSpPr>
        <p:spPr>
          <a:xfrm>
            <a:off x="11519019" y="3164804"/>
            <a:ext cx="545911" cy="580029"/>
          </a:xfrm>
        </p:spPr>
        <p:txBody>
          <a:bodyPr/>
          <a:lstStyle/>
          <a:p>
            <a:fld id="{FEA145A6-660C-42A7-85AF-AF42E3C0A892}" type="slidenum">
              <a:rPr lang="en-US" smtClean="0"/>
              <a:pPr/>
              <a:t>8</a:t>
            </a:fld>
            <a:endParaRPr lang="en-US" dirty="0"/>
          </a:p>
        </p:txBody>
      </p:sp>
    </p:spTree>
    <p:extLst>
      <p:ext uri="{BB962C8B-B14F-4D97-AF65-F5344CB8AC3E}">
        <p14:creationId xmlns:p14="http://schemas.microsoft.com/office/powerpoint/2010/main" val="2946034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9EF1D37D-7D53-43D9-B054-3B3A36C7C4FF}"/>
              </a:ext>
            </a:extLst>
          </p:cNvPr>
          <p:cNvSpPr>
            <a:spLocks noGrp="1"/>
          </p:cNvSpPr>
          <p:nvPr>
            <p:ph type="title"/>
          </p:nvPr>
        </p:nvSpPr>
        <p:spPr>
          <a:xfrm>
            <a:off x="1026850" y="563671"/>
            <a:ext cx="4989629" cy="2387771"/>
          </a:xfrm>
        </p:spPr>
        <p:txBody>
          <a:bodyPr/>
          <a:lstStyle/>
          <a:p>
            <a:r>
              <a:rPr lang="en-US" dirty="0"/>
              <a:t>Thank you </a:t>
            </a:r>
          </a:p>
        </p:txBody>
      </p:sp>
      <p:sp>
        <p:nvSpPr>
          <p:cNvPr id="9" name="Text Placeholder 8">
            <a:extLst>
              <a:ext uri="{FF2B5EF4-FFF2-40B4-BE49-F238E27FC236}">
                <a16:creationId xmlns:a16="http://schemas.microsoft.com/office/drawing/2014/main" id="{54B54C36-E55C-4D10-96EB-21DBB6481D7E}"/>
              </a:ext>
            </a:extLst>
          </p:cNvPr>
          <p:cNvSpPr>
            <a:spLocks noGrp="1"/>
          </p:cNvSpPr>
          <p:nvPr>
            <p:ph type="body" sz="quarter" idx="12"/>
          </p:nvPr>
        </p:nvSpPr>
        <p:spPr>
          <a:xfrm>
            <a:off x="1026852" y="3531676"/>
            <a:ext cx="4989628" cy="1756576"/>
          </a:xfrm>
        </p:spPr>
        <p:txBody>
          <a:bodyPr>
            <a:normAutofit/>
          </a:bodyPr>
          <a:lstStyle/>
          <a:p>
            <a:r>
              <a:rPr lang="en-US" dirty="0"/>
              <a:t>Mirjam Nilsson​​</a:t>
            </a:r>
          </a:p>
          <a:p>
            <a:r>
              <a:rPr lang="en-US" dirty="0"/>
              <a:t>206-555-0146​</a:t>
            </a:r>
          </a:p>
          <a:p>
            <a:r>
              <a:rPr lang="en-US" dirty="0"/>
              <a:t>mirjam@contoso.com​</a:t>
            </a:r>
          </a:p>
          <a:p>
            <a:r>
              <a:rPr lang="en-US" dirty="0"/>
              <a:t>www.contoso.com​</a:t>
            </a:r>
          </a:p>
        </p:txBody>
      </p:sp>
      <p:sp>
        <p:nvSpPr>
          <p:cNvPr id="21" name="Footer Placeholder 20">
            <a:extLst>
              <a:ext uri="{FF2B5EF4-FFF2-40B4-BE49-F238E27FC236}">
                <a16:creationId xmlns:a16="http://schemas.microsoft.com/office/drawing/2014/main" id="{3C259BDD-35DF-471C-9AF0-858004861761}"/>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22" name="Slide Number Placeholder 21">
            <a:extLst>
              <a:ext uri="{FF2B5EF4-FFF2-40B4-BE49-F238E27FC236}">
                <a16:creationId xmlns:a16="http://schemas.microsoft.com/office/drawing/2014/main" id="{D185F1A6-517F-4333-A04B-A1833CCBA40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9</a:t>
            </a:fld>
            <a:endParaRPr lang="en-US" dirty="0"/>
          </a:p>
        </p:txBody>
      </p:sp>
    </p:spTree>
    <p:extLst>
      <p:ext uri="{BB962C8B-B14F-4D97-AF65-F5344CB8AC3E}">
        <p14:creationId xmlns:p14="http://schemas.microsoft.com/office/powerpoint/2010/main" val="2806944598"/>
      </p:ext>
    </p:extLst>
  </p:cSld>
  <p:clrMapOvr>
    <a:masterClrMapping/>
  </p:clrMapOvr>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4C3B034D-ACEF-4C52-A048-622E130B9A24}">
  <ds:schemaRefs>
    <ds:schemaRef ds:uri="http://schemas.microsoft.com/sharepoint/v3/contenttype/forms"/>
  </ds:schemaRefs>
</ds:datastoreItem>
</file>

<file path=customXml/itemProps2.xml><?xml version="1.0" encoding="utf-8"?>
<ds:datastoreItem xmlns:ds="http://schemas.openxmlformats.org/officeDocument/2006/customXml" ds:itemID="{B3089DF1-5746-46EC-AE4D-E0FEEFA364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D07AFA-56ED-494E-AC96-7D874BD7F8D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TM56488565</Template>
  <TotalTime>0</TotalTime>
  <Words>925</Words>
  <Application>Microsoft Office PowerPoint</Application>
  <PresentationFormat>Widescreen</PresentationFormat>
  <Paragraphs>281</Paragraphs>
  <Slides>9</Slides>
  <Notes>6</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Loans and Credit</vt:lpstr>
      <vt:lpstr>Problem</vt:lpstr>
      <vt:lpstr>PowerPoint Presentation</vt:lpstr>
      <vt:lpstr>PowerPoint Presentation</vt:lpstr>
      <vt:lpstr>PowerPoint Presentation</vt:lpstr>
      <vt:lpstr>PowerPoint Presentation</vt:lpstr>
      <vt:lpstr>PowerPoint Presentation</vt:lpstr>
      <vt:lpstr>Summary</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103</cp:revision>
  <dcterms:created xsi:type="dcterms:W3CDTF">2026-06-18T21:06:42Z</dcterms:created>
  <dcterms:modified xsi:type="dcterms:W3CDTF">2026-06-19T01:40:31Z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